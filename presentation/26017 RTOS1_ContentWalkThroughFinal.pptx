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2_58B801B6.xml" ContentType="application/vnd.ms-powerpoint.comments+xml"/>
  <Override PartName="/ppt/comments/modernComment_7C1_506A53C4.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7CF_78F61D0C.xml" ContentType="application/vnd.ms-powerpoint.comments+xml"/>
  <Override PartName="/ppt/notesSlides/notesSlide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5"/>
    <p:sldMasterId id="2147483662" r:id="rId6"/>
  </p:sldMasterIdLst>
  <p:notesMasterIdLst>
    <p:notesMasterId r:id="rId46"/>
  </p:notesMasterIdLst>
  <p:handoutMasterIdLst>
    <p:handoutMasterId r:id="rId47"/>
  </p:handoutMasterIdLst>
  <p:sldIdLst>
    <p:sldId id="1954" r:id="rId7"/>
    <p:sldId id="318" r:id="rId8"/>
    <p:sldId id="1976" r:id="rId9"/>
    <p:sldId id="1979" r:id="rId10"/>
    <p:sldId id="2016" r:id="rId11"/>
    <p:sldId id="257" r:id="rId12"/>
    <p:sldId id="258" r:id="rId13"/>
    <p:sldId id="259" r:id="rId14"/>
    <p:sldId id="1985" r:id="rId15"/>
    <p:sldId id="1986" r:id="rId16"/>
    <p:sldId id="2000" r:id="rId17"/>
    <p:sldId id="1987" r:id="rId18"/>
    <p:sldId id="2001" r:id="rId19"/>
    <p:sldId id="1988" r:id="rId20"/>
    <p:sldId id="1998" r:id="rId21"/>
    <p:sldId id="2022" r:id="rId22"/>
    <p:sldId id="2010" r:id="rId23"/>
    <p:sldId id="1982" r:id="rId24"/>
    <p:sldId id="2002" r:id="rId25"/>
    <p:sldId id="1992" r:id="rId26"/>
    <p:sldId id="2004" r:id="rId27"/>
    <p:sldId id="2003" r:id="rId28"/>
    <p:sldId id="1993" r:id="rId29"/>
    <p:sldId id="2011" r:id="rId30"/>
    <p:sldId id="1981" r:id="rId31"/>
    <p:sldId id="1989" r:id="rId32"/>
    <p:sldId id="2005" r:id="rId33"/>
    <p:sldId id="2012" r:id="rId34"/>
    <p:sldId id="2013" r:id="rId35"/>
    <p:sldId id="2007" r:id="rId36"/>
    <p:sldId id="2008" r:id="rId37"/>
    <p:sldId id="2017" r:id="rId38"/>
    <p:sldId id="1995" r:id="rId39"/>
    <p:sldId id="2015" r:id="rId40"/>
    <p:sldId id="1984" r:id="rId41"/>
    <p:sldId id="2009" r:id="rId42"/>
    <p:sldId id="1999" r:id="rId43"/>
    <p:sldId id="1996" r:id="rId44"/>
    <p:sldId id="5116" r:id="rId45"/>
  </p:sldIdLst>
  <p:sldSz cx="12188825" cy="6858000"/>
  <p:notesSz cx="6858000" cy="9144000"/>
  <p:defaultTextStyle>
    <a:defPPr>
      <a:defRPr lang="en-US"/>
    </a:defPPr>
    <a:lvl1pPr marL="0" algn="l" defTabSz="609443" rtl="0" eaLnBrk="1" latinLnBrk="0" hangingPunct="1">
      <a:defRPr sz="2400" kern="1200">
        <a:solidFill>
          <a:schemeClr val="tx1"/>
        </a:solidFill>
        <a:latin typeface="+mn-lt"/>
        <a:ea typeface="+mn-ea"/>
        <a:cs typeface="+mn-cs"/>
      </a:defRPr>
    </a:lvl1pPr>
    <a:lvl2pPr marL="609443" algn="l" defTabSz="609443" rtl="0" eaLnBrk="1" latinLnBrk="0" hangingPunct="1">
      <a:defRPr sz="2400" kern="1200">
        <a:solidFill>
          <a:schemeClr val="tx1"/>
        </a:solidFill>
        <a:latin typeface="+mn-lt"/>
        <a:ea typeface="+mn-ea"/>
        <a:cs typeface="+mn-cs"/>
      </a:defRPr>
    </a:lvl2pPr>
    <a:lvl3pPr marL="1218885" algn="l" defTabSz="609443" rtl="0" eaLnBrk="1" latinLnBrk="0" hangingPunct="1">
      <a:defRPr sz="2400" kern="1200">
        <a:solidFill>
          <a:schemeClr val="tx1"/>
        </a:solidFill>
        <a:latin typeface="+mn-lt"/>
        <a:ea typeface="+mn-ea"/>
        <a:cs typeface="+mn-cs"/>
      </a:defRPr>
    </a:lvl3pPr>
    <a:lvl4pPr marL="1828328" algn="l" defTabSz="609443" rtl="0" eaLnBrk="1" latinLnBrk="0" hangingPunct="1">
      <a:defRPr sz="2400" kern="1200">
        <a:solidFill>
          <a:schemeClr val="tx1"/>
        </a:solidFill>
        <a:latin typeface="+mn-lt"/>
        <a:ea typeface="+mn-ea"/>
        <a:cs typeface="+mn-cs"/>
      </a:defRPr>
    </a:lvl4pPr>
    <a:lvl5pPr marL="2437771" algn="l" defTabSz="609443" rtl="0" eaLnBrk="1" latinLnBrk="0" hangingPunct="1">
      <a:defRPr sz="2400" kern="1200">
        <a:solidFill>
          <a:schemeClr val="tx1"/>
        </a:solidFill>
        <a:latin typeface="+mn-lt"/>
        <a:ea typeface="+mn-ea"/>
        <a:cs typeface="+mn-cs"/>
      </a:defRPr>
    </a:lvl5pPr>
    <a:lvl6pPr marL="3047213" algn="l" defTabSz="609443" rtl="0" eaLnBrk="1" latinLnBrk="0" hangingPunct="1">
      <a:defRPr sz="2400" kern="1200">
        <a:solidFill>
          <a:schemeClr val="tx1"/>
        </a:solidFill>
        <a:latin typeface="+mn-lt"/>
        <a:ea typeface="+mn-ea"/>
        <a:cs typeface="+mn-cs"/>
      </a:defRPr>
    </a:lvl6pPr>
    <a:lvl7pPr marL="3656656" algn="l" defTabSz="609443" rtl="0" eaLnBrk="1" latinLnBrk="0" hangingPunct="1">
      <a:defRPr sz="2400" kern="1200">
        <a:solidFill>
          <a:schemeClr val="tx1"/>
        </a:solidFill>
        <a:latin typeface="+mn-lt"/>
        <a:ea typeface="+mn-ea"/>
        <a:cs typeface="+mn-cs"/>
      </a:defRPr>
    </a:lvl7pPr>
    <a:lvl8pPr marL="4266097" algn="l" defTabSz="609443" rtl="0" eaLnBrk="1" latinLnBrk="0" hangingPunct="1">
      <a:defRPr sz="2400" kern="1200">
        <a:solidFill>
          <a:schemeClr val="tx1"/>
        </a:solidFill>
        <a:latin typeface="+mn-lt"/>
        <a:ea typeface="+mn-ea"/>
        <a:cs typeface="+mn-cs"/>
      </a:defRPr>
    </a:lvl8pPr>
    <a:lvl9pPr marL="4875541" algn="l" defTabSz="609443"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0" userDrawn="1">
          <p15:clr>
            <a:srgbClr val="A4A3A4"/>
          </p15:clr>
        </p15:guide>
        <p15:guide id="2" pos="24" userDrawn="1">
          <p15:clr>
            <a:srgbClr val="A4A3A4"/>
          </p15:clr>
        </p15:guide>
        <p15:guide id="3" orient="horz" pos="80">
          <p15:clr>
            <a:srgbClr val="A4A3A4"/>
          </p15:clr>
        </p15:guide>
        <p15:guide id="4" pos="32">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8058762-BCD5-3DDE-B5AE-26DF91B9CC47}" name="Sarp User - C72700" initials="SU" userId="S::Sarp.User@microchip.com::2bd21d9b-0998-4acd-af0d-2cd115e335a4" providerId="AD"/>
  <p188:author id="{03535F95-BD97-50E3-ED6E-D17B077B2D18}" name="Adina Bogdan - M91338" initials="AB" userId="S::adina.bogdan@microchip.com::20ceb122-6cf1-4b26-a063-86b781b93ddd"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1454"/>
    <a:srgbClr val="777777"/>
    <a:srgbClr val="070707"/>
    <a:srgbClr val="0E3689"/>
    <a:srgbClr val="1D9CE4"/>
    <a:srgbClr val="FFD53A"/>
    <a:srgbClr val="702076"/>
    <a:srgbClr val="5EBF33"/>
    <a:srgbClr val="FD7F20"/>
    <a:srgbClr val="CE162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1D6CC4-CF6F-4ACD-9CD0-597F734E9B76}" v="17" dt="2026-01-23T19:36:47.0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813"/>
    <p:restoredTop sz="94694"/>
  </p:normalViewPr>
  <p:slideViewPr>
    <p:cSldViewPr snapToGrid="0">
      <p:cViewPr varScale="1">
        <p:scale>
          <a:sx n="95" d="100"/>
          <a:sy n="95" d="100"/>
        </p:scale>
        <p:origin x="192" y="744"/>
      </p:cViewPr>
      <p:guideLst>
        <p:guide orient="horz" pos="60"/>
        <p:guide pos="24"/>
        <p:guide orient="horz" pos="80"/>
        <p:guide pos="3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microsoft.com/office/2018/10/relationships/authors" Target="authors.xml"/><Relationship Id="rId5" Type="http://schemas.openxmlformats.org/officeDocument/2006/relationships/slideMaster" Target="slideMasters/slide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presProps" Target="presProps.xml"/><Relationship Id="rId8" Type="http://schemas.openxmlformats.org/officeDocument/2006/relationships/slide" Target="slides/slide2.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notesMaster" Target="notesMasters/notesMaster1.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viewProps" Target="viewProps.xml"/></Relationships>
</file>

<file path=ppt/comments/modernComment_7C1_506A53C4.xml><?xml version="1.0" encoding="utf-8"?>
<p188:cmLst xmlns:a="http://schemas.openxmlformats.org/drawingml/2006/main" xmlns:r="http://schemas.openxmlformats.org/officeDocument/2006/relationships" xmlns:p188="http://schemas.microsoft.com/office/powerpoint/2018/8/main">
  <p188:cm id="{B25CC7BE-0ADF-4D1C-A007-A22ECA82A77B}" authorId="{03535F95-BD97-50E3-ED6E-D17B077B2D18}" status="resolved" created="2026-06-09T14:26:26.017" complete="100000">
    <ac:deMkLst xmlns:ac="http://schemas.microsoft.com/office/drawing/2013/main/command">
      <pc:docMk xmlns:pc="http://schemas.microsoft.com/office/powerpoint/2013/main/command"/>
      <pc:sldMk xmlns:pc="http://schemas.microsoft.com/office/powerpoint/2013/main/command" cId="1349145540" sldId="1985"/>
      <ac:picMk id="6" creationId="{BA7FD26B-42E2-8525-A11F-09982B5EFE4F}"/>
    </ac:deMkLst>
    <p188:replyLst>
      <p188:reply id="{DA0DE459-DB3A-0249-B07F-53FA4326DF1A}" authorId="{58058762-BCD5-3DDE-B5AE-26DF91B9CC47}" created="2026-06-10T19:53:44.218">
        <p188:txBody>
          <a:bodyPr/>
          <a:lstStyle/>
          <a:p>
            <a:r>
              <a:rPr lang="en-US"/>
              <a:t>Zephyr brand guide says that it is appropriate to use the logo without the Zephyr wording. While the wording is preferred, it is not necessary. since the tile already mentioned Zephyr, it would look cluttered to put the wording in the logo as well. See here. https://www.zephyrproject.org/wp-content/uploads/2023/10/Zephyr_BrandGuide_083023.pdf</a:t>
            </a:r>
          </a:p>
        </p188:txBody>
      </p188:reply>
    </p188:replyLst>
    <p188:txBody>
      <a:bodyPr/>
      <a:lstStyle/>
      <a:p>
        <a:r>
          <a:rPr lang="en-US"/>
          <a:t>Should the name Zephyr be included with the Logo?</a:t>
        </a:r>
      </a:p>
    </p188:txBody>
  </p188:cm>
</p188:cmLst>
</file>

<file path=ppt/comments/modernComment_7CF_78F61D0C.xml><?xml version="1.0" encoding="utf-8"?>
<p188:cmLst xmlns:a="http://schemas.openxmlformats.org/drawingml/2006/main" xmlns:r="http://schemas.openxmlformats.org/officeDocument/2006/relationships" xmlns:p188="http://schemas.microsoft.com/office/powerpoint/2018/8/main">
  <p188:cm id="{80AC457A-3C60-462A-AAB0-99A27FB48CE3}" authorId="{03535F95-BD97-50E3-ED6E-D17B077B2D18}" status="resolved" created="2026-06-09T15:03:15.888" complete="100000">
    <ac:deMkLst xmlns:ac="http://schemas.microsoft.com/office/drawing/2013/main/command">
      <pc:docMk xmlns:pc="http://schemas.microsoft.com/office/powerpoint/2013/main/command"/>
      <pc:sldMk xmlns:pc="http://schemas.microsoft.com/office/powerpoint/2013/main/command" cId="2029395212" sldId="1999"/>
      <ac:picMk id="5" creationId="{3FF876FC-058C-CA66-6040-9D988B67EA77}"/>
    </ac:deMkLst>
    <p188:replyLst>
      <p188:reply id="{411CC03B-9C4C-3546-84D9-00FC34878060}" authorId="{58058762-BCD5-3DDE-B5AE-26DF91B9CC47}" created="2026-06-10T19:51:25.055">
        <p188:txBody>
          <a:bodyPr/>
          <a:lstStyle/>
          <a:p>
            <a:r>
              <a:rPr lang="en-US"/>
              <a:t>DAM ID: 253954</a:t>
            </a:r>
          </a:p>
        </p188:txBody>
      </p188:reply>
    </p188:replyLst>
    <p188:txBody>
      <a:bodyPr/>
      <a:lstStyle/>
      <a:p>
        <a:r>
          <a:rPr lang="en-US"/>
          <a:t>Image source?</a:t>
        </a:r>
      </a:p>
    </p188:txBody>
  </p188:cm>
</p188:cmLst>
</file>

<file path=ppt/comments/modernComment_102_58B801B6.xml><?xml version="1.0" encoding="utf-8"?>
<p188:cmLst xmlns:a="http://schemas.openxmlformats.org/drawingml/2006/main" xmlns:r="http://schemas.openxmlformats.org/officeDocument/2006/relationships" xmlns:p188="http://schemas.microsoft.com/office/powerpoint/2018/8/main">
  <p188:cm id="{EB3AE780-2E28-4014-A02F-FB8668204EA4}" authorId="{03535F95-BD97-50E3-ED6E-D17B077B2D18}" status="resolved" created="2026-06-09T15:10:11.417" complete="100000">
    <pc:sldMkLst xmlns:pc="http://schemas.microsoft.com/office/powerpoint/2013/main/command">
      <pc:docMk/>
      <pc:sldMk cId="1488454070" sldId="258"/>
    </pc:sldMkLst>
    <p188:txBody>
      <a:bodyPr/>
      <a:lstStyle/>
      <a:p>
        <a:r>
          <a:rPr lang="en-US"/>
          <a:t>Can you please rearrange a bit so that it does not cover the footnote?</a:t>
        </a:r>
      </a:p>
    </p188:txBody>
    <p188:extLst>
      <p:ext xmlns:p="http://schemas.openxmlformats.org/presentationml/2006/main" uri="{57CB4572-C831-44C2-8A1C-0ADB6CCDFE69}">
        <p223:reactions xmlns:p223="http://schemas.microsoft.com/office/powerpoint/2022/03/main">
          <p223:rxn type="👍">
            <p223:instance time="2026-06-10T19:40:10.313" authorId="{58058762-BCD5-3DDE-B5AE-26DF91B9CC47}"/>
          </p223:rxn>
        </p223:reactions>
      </p:ext>
    </p188:extLst>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39C997-21E5-5348-AFE6-AB6F9226485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327AC1D-5903-004B-A07D-BA6E3EE3727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8615C2D-FB91-8740-95C2-23C11A10F2F2}" type="datetimeFigureOut">
              <a:rPr lang="en-US" smtClean="0"/>
              <a:t>10/26/26</a:t>
            </a:fld>
            <a:endParaRPr lang="en-US"/>
          </a:p>
        </p:txBody>
      </p:sp>
      <p:sp>
        <p:nvSpPr>
          <p:cNvPr id="4" name="Footer Placeholder 3">
            <a:extLst>
              <a:ext uri="{FF2B5EF4-FFF2-40B4-BE49-F238E27FC236}">
                <a16:creationId xmlns:a16="http://schemas.microsoft.com/office/drawing/2014/main" id="{2D179EA0-CF08-6C46-9B0C-7A703F62F2C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E1E23A1-2359-A341-AFD4-DCB4B7D0035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89837C5-E66E-4749-8D3A-655388B1EB70}" type="slidenum">
              <a:rPr lang="en-US" smtClean="0"/>
              <a:t>‹#›</a:t>
            </a:fld>
            <a:endParaRPr lang="en-US"/>
          </a:p>
        </p:txBody>
      </p:sp>
    </p:spTree>
    <p:extLst>
      <p:ext uri="{BB962C8B-B14F-4D97-AF65-F5344CB8AC3E}">
        <p14:creationId xmlns:p14="http://schemas.microsoft.com/office/powerpoint/2010/main" val="153222731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54E49F-5C3A-ED4E-A68A-CCB3AA3B5D59}" type="datetimeFigureOut">
              <a:rPr lang="en-US" smtClean="0"/>
              <a:t>10/26/26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F8CB49-A7FB-5E4A-B599-DE2118135120}" type="slidenum">
              <a:rPr lang="en-US" smtClean="0"/>
              <a:t>‹#›</a:t>
            </a:fld>
            <a:endParaRPr lang="en-US"/>
          </a:p>
        </p:txBody>
      </p:sp>
    </p:spTree>
    <p:extLst>
      <p:ext uri="{BB962C8B-B14F-4D97-AF65-F5344CB8AC3E}">
        <p14:creationId xmlns:p14="http://schemas.microsoft.com/office/powerpoint/2010/main" val="1462241416"/>
      </p:ext>
    </p:extLst>
  </p:cSld>
  <p:clrMap bg1="lt1" tx1="dk1" bg2="lt2" tx2="dk2" accent1="accent1" accent2="accent2" accent3="accent3" accent4="accent4" accent5="accent5" accent6="accent6" hlink="hlink" folHlink="folHlink"/>
  <p:hf hdr="0" ftr="0" dt="0"/>
  <p:notesStyle>
    <a:lvl1pPr marL="0" algn="l" defTabSz="1218936" rtl="0" eaLnBrk="1" latinLnBrk="0" hangingPunct="1">
      <a:defRPr sz="1600" kern="1200">
        <a:solidFill>
          <a:schemeClr val="tx1"/>
        </a:solidFill>
        <a:latin typeface="+mn-lt"/>
        <a:ea typeface="+mn-ea"/>
        <a:cs typeface="+mn-cs"/>
      </a:defRPr>
    </a:lvl1pPr>
    <a:lvl2pPr marL="609468" algn="l" defTabSz="1218936" rtl="0" eaLnBrk="1" latinLnBrk="0" hangingPunct="1">
      <a:defRPr sz="1600" kern="1200">
        <a:solidFill>
          <a:schemeClr val="tx1"/>
        </a:solidFill>
        <a:latin typeface="+mn-lt"/>
        <a:ea typeface="+mn-ea"/>
        <a:cs typeface="+mn-cs"/>
      </a:defRPr>
    </a:lvl2pPr>
    <a:lvl3pPr marL="1218936" algn="l" defTabSz="1218936" rtl="0" eaLnBrk="1" latinLnBrk="0" hangingPunct="1">
      <a:defRPr sz="1600" kern="1200">
        <a:solidFill>
          <a:schemeClr val="tx1"/>
        </a:solidFill>
        <a:latin typeface="+mn-lt"/>
        <a:ea typeface="+mn-ea"/>
        <a:cs typeface="+mn-cs"/>
      </a:defRPr>
    </a:lvl3pPr>
    <a:lvl4pPr marL="1828404" algn="l" defTabSz="1218936" rtl="0" eaLnBrk="1" latinLnBrk="0" hangingPunct="1">
      <a:defRPr sz="1600" kern="1200">
        <a:solidFill>
          <a:schemeClr val="tx1"/>
        </a:solidFill>
        <a:latin typeface="+mn-lt"/>
        <a:ea typeface="+mn-ea"/>
        <a:cs typeface="+mn-cs"/>
      </a:defRPr>
    </a:lvl4pPr>
    <a:lvl5pPr marL="2437872" algn="l" defTabSz="1218936" rtl="0" eaLnBrk="1" latinLnBrk="0" hangingPunct="1">
      <a:defRPr sz="1600" kern="1200">
        <a:solidFill>
          <a:schemeClr val="tx1"/>
        </a:solidFill>
        <a:latin typeface="+mn-lt"/>
        <a:ea typeface="+mn-ea"/>
        <a:cs typeface="+mn-cs"/>
      </a:defRPr>
    </a:lvl5pPr>
    <a:lvl6pPr marL="3047340" algn="l" defTabSz="1218936" rtl="0" eaLnBrk="1" latinLnBrk="0" hangingPunct="1">
      <a:defRPr sz="1600" kern="1200">
        <a:solidFill>
          <a:schemeClr val="tx1"/>
        </a:solidFill>
        <a:latin typeface="+mn-lt"/>
        <a:ea typeface="+mn-ea"/>
        <a:cs typeface="+mn-cs"/>
      </a:defRPr>
    </a:lvl6pPr>
    <a:lvl7pPr marL="3656808" algn="l" defTabSz="1218936" rtl="0" eaLnBrk="1" latinLnBrk="0" hangingPunct="1">
      <a:defRPr sz="1600" kern="1200">
        <a:solidFill>
          <a:schemeClr val="tx1"/>
        </a:solidFill>
        <a:latin typeface="+mn-lt"/>
        <a:ea typeface="+mn-ea"/>
        <a:cs typeface="+mn-cs"/>
      </a:defRPr>
    </a:lvl7pPr>
    <a:lvl8pPr marL="4266275" algn="l" defTabSz="1218936" rtl="0" eaLnBrk="1" latinLnBrk="0" hangingPunct="1">
      <a:defRPr sz="1600" kern="1200">
        <a:solidFill>
          <a:schemeClr val="tx1"/>
        </a:solidFill>
        <a:latin typeface="+mn-lt"/>
        <a:ea typeface="+mn-ea"/>
        <a:cs typeface="+mn-cs"/>
      </a:defRPr>
    </a:lvl8pPr>
    <a:lvl9pPr marL="4875744" algn="l" defTabSz="1218936"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7DDE57C9-1722-9FBF-61E5-DEAA0F252F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0B21B60-75A5-4D72-B106-DFB2F6416FE3}" type="slidenum">
              <a:rPr lang="en-US" altLang="en-US" sz="1300"/>
              <a:pPr>
                <a:spcBef>
                  <a:spcPct val="0"/>
                </a:spcBef>
              </a:pPr>
              <a:t>2</a:t>
            </a:fld>
            <a:endParaRPr lang="en-US" altLang="en-US" sz="1300"/>
          </a:p>
        </p:txBody>
      </p:sp>
      <p:sp>
        <p:nvSpPr>
          <p:cNvPr id="8195" name="Rectangle 2">
            <a:extLst>
              <a:ext uri="{FF2B5EF4-FFF2-40B4-BE49-F238E27FC236}">
                <a16:creationId xmlns:a16="http://schemas.microsoft.com/office/drawing/2014/main" id="{DF367207-4A4A-1EE9-F3FE-3A494647DE28}"/>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120B4463-783B-E73C-42BF-DFFEC14691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38125" indent="-238125"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5CDFC-7AB9-DDB5-B52A-C7C091423DD4}"/>
            </a:ext>
          </a:extLst>
        </p:cNvPr>
        <p:cNvGrpSpPr/>
        <p:nvPr/>
      </p:nvGrpSpPr>
      <p:grpSpPr>
        <a:xfrm>
          <a:off x="0" y="0"/>
          <a:ext cx="0" cy="0"/>
          <a:chOff x="0" y="0"/>
          <a:chExt cx="0" cy="0"/>
        </a:xfrm>
      </p:grpSpPr>
      <p:sp>
        <p:nvSpPr>
          <p:cNvPr id="8194" name="Rectangle 7">
            <a:extLst>
              <a:ext uri="{FF2B5EF4-FFF2-40B4-BE49-F238E27FC236}">
                <a16:creationId xmlns:a16="http://schemas.microsoft.com/office/drawing/2014/main" id="{6C2D9C03-B09A-CA1C-5228-1D1EF9BAE8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0B21B60-75A5-4D72-B106-DFB2F6416FE3}" type="slidenum">
              <a:rPr lang="en-US" altLang="en-US" sz="1300"/>
              <a:pPr>
                <a:spcBef>
                  <a:spcPct val="0"/>
                </a:spcBef>
              </a:pPr>
              <a:t>3</a:t>
            </a:fld>
            <a:endParaRPr lang="en-US" altLang="en-US" sz="1300"/>
          </a:p>
        </p:txBody>
      </p:sp>
      <p:sp>
        <p:nvSpPr>
          <p:cNvPr id="8195" name="Rectangle 2">
            <a:extLst>
              <a:ext uri="{FF2B5EF4-FFF2-40B4-BE49-F238E27FC236}">
                <a16:creationId xmlns:a16="http://schemas.microsoft.com/office/drawing/2014/main" id="{E6E0F560-DB6A-954F-78DE-790FDCBF50E1}"/>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793DEC4D-54B6-94A7-4E6B-803BCF1C02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38125" indent="-238125"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517901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F8CB49-A7FB-5E4A-B599-DE2118135120}" type="slidenum">
              <a:rPr lang="en-US" smtClean="0"/>
              <a:t>21</a:t>
            </a:fld>
            <a:endParaRPr lang="en-US"/>
          </a:p>
        </p:txBody>
      </p:sp>
    </p:spTree>
    <p:extLst>
      <p:ext uri="{BB962C8B-B14F-4D97-AF65-F5344CB8AC3E}">
        <p14:creationId xmlns:p14="http://schemas.microsoft.com/office/powerpoint/2010/main" val="27829497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F8CB49-A7FB-5E4A-B599-DE2118135120}" type="slidenum">
              <a:rPr lang="en-US" smtClean="0"/>
              <a:t>28</a:t>
            </a:fld>
            <a:endParaRPr lang="en-US"/>
          </a:p>
        </p:txBody>
      </p:sp>
    </p:spTree>
    <p:extLst>
      <p:ext uri="{BB962C8B-B14F-4D97-AF65-F5344CB8AC3E}">
        <p14:creationId xmlns:p14="http://schemas.microsoft.com/office/powerpoint/2010/main" val="17142014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DAM ID: </a:t>
            </a:r>
            <a:r>
              <a:rPr lang="en-US" b="0" i="0" dirty="0">
                <a:solidFill>
                  <a:srgbClr val="333333"/>
                </a:solidFill>
                <a:effectLst/>
                <a:highlight>
                  <a:srgbClr val="F5F5F5"/>
                </a:highlight>
                <a:latin typeface="Helvetica Neue" panose="02000503000000020004" pitchFamily="2" charset="0"/>
              </a:rPr>
              <a:t>253954</a:t>
            </a:r>
            <a:endParaRPr lang="en-US" dirty="0"/>
          </a:p>
        </p:txBody>
      </p:sp>
      <p:sp>
        <p:nvSpPr>
          <p:cNvPr id="4" name="Slide Number Placeholder 3"/>
          <p:cNvSpPr>
            <a:spLocks noGrp="1"/>
          </p:cNvSpPr>
          <p:nvPr>
            <p:ph type="sldNum" sz="quarter" idx="5"/>
          </p:nvPr>
        </p:nvSpPr>
        <p:spPr/>
        <p:txBody>
          <a:bodyPr/>
          <a:lstStyle/>
          <a:p>
            <a:fld id="{BFF8CB49-A7FB-5E4A-B599-DE2118135120}" type="slidenum">
              <a:rPr lang="en-US" smtClean="0"/>
              <a:t>37</a:t>
            </a:fld>
            <a:endParaRPr lang="en-US"/>
          </a:p>
        </p:txBody>
      </p:sp>
    </p:spTree>
    <p:extLst>
      <p:ext uri="{BB962C8B-B14F-4D97-AF65-F5344CB8AC3E}">
        <p14:creationId xmlns:p14="http://schemas.microsoft.com/office/powerpoint/2010/main" val="4185737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A994928-3181-CBE3-D9C0-885E9096FB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DC2137C-FDC3-4633-A7B5-F924EC4F48BD}" type="slidenum">
              <a:rPr lang="en-US" altLang="en-US" sz="1300"/>
              <a:pPr>
                <a:spcBef>
                  <a:spcPct val="0"/>
                </a:spcBef>
              </a:pPr>
              <a:t>38</a:t>
            </a:fld>
            <a:endParaRPr lang="en-US" altLang="en-US" sz="1300"/>
          </a:p>
        </p:txBody>
      </p:sp>
      <p:sp>
        <p:nvSpPr>
          <p:cNvPr id="10243" name="Rectangle 2">
            <a:extLst>
              <a:ext uri="{FF2B5EF4-FFF2-40B4-BE49-F238E27FC236}">
                <a16:creationId xmlns:a16="http://schemas.microsoft.com/office/drawing/2014/main" id="{0582962C-F8D8-8CB4-0A29-AB2032EACE51}"/>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D41D4D8A-C84F-AE4C-70B3-89F42B95B9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8566408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118BFB3-EE05-1BAF-7D02-8FDEE6788428}"/>
              </a:ext>
            </a:extLst>
          </p:cNvPr>
          <p:cNvPicPr>
            <a:picLocks noChangeAspect="1"/>
          </p:cNvPicPr>
          <p:nvPr userDrawn="1"/>
        </p:nvPicPr>
        <p:blipFill>
          <a:blip r:embed="rId2"/>
          <a:srcRect/>
          <a:stretch/>
        </p:blipFill>
        <p:spPr>
          <a:xfrm>
            <a:off x="0" y="896"/>
            <a:ext cx="12190407" cy="6857104"/>
          </a:xfrm>
          <a:prstGeom prst="rect">
            <a:avLst/>
          </a:prstGeom>
        </p:spPr>
      </p:pic>
      <p:sp>
        <p:nvSpPr>
          <p:cNvPr id="2" name="Title 1"/>
          <p:cNvSpPr>
            <a:spLocks noGrp="1"/>
          </p:cNvSpPr>
          <p:nvPr>
            <p:ph type="ctrTitle" hasCustomPrompt="1"/>
          </p:nvPr>
        </p:nvSpPr>
        <p:spPr>
          <a:xfrm>
            <a:off x="5355424" y="4275637"/>
            <a:ext cx="6437455" cy="996522"/>
          </a:xfrm>
          <a:ln>
            <a:noFill/>
          </a:ln>
        </p:spPr>
        <p:txBody>
          <a:bodyPr anchor="b" anchorCtr="0"/>
          <a:lstStyle>
            <a:lvl1pPr algn="r">
              <a:defRPr sz="3600">
                <a:solidFill>
                  <a:srgbClr val="0E3689"/>
                </a:solidFill>
              </a:defRPr>
            </a:lvl1pPr>
          </a:lstStyle>
          <a:p>
            <a:r>
              <a:rPr lang="en-US"/>
              <a:t>Presentation Title</a:t>
            </a:r>
          </a:p>
        </p:txBody>
      </p:sp>
      <p:sp>
        <p:nvSpPr>
          <p:cNvPr id="35" name="Text Placeholder 34">
            <a:extLst>
              <a:ext uri="{FF2B5EF4-FFF2-40B4-BE49-F238E27FC236}">
                <a16:creationId xmlns:a16="http://schemas.microsoft.com/office/drawing/2014/main" id="{B2D92EAD-7B52-0549-B90C-8F01DFF1E684}"/>
              </a:ext>
            </a:extLst>
          </p:cNvPr>
          <p:cNvSpPr>
            <a:spLocks noGrp="1"/>
          </p:cNvSpPr>
          <p:nvPr>
            <p:ph type="body" sz="quarter" idx="13" hasCustomPrompt="1"/>
          </p:nvPr>
        </p:nvSpPr>
        <p:spPr>
          <a:xfrm>
            <a:off x="5258232" y="5272160"/>
            <a:ext cx="6420245" cy="345758"/>
          </a:xfrm>
          <a:prstGeom prst="rect">
            <a:avLst/>
          </a:prstGeom>
        </p:spPr>
        <p:txBody>
          <a:bodyPr rIns="0" bIns="0" anchor="b" anchorCtr="0">
            <a:noAutofit/>
          </a:bodyPr>
          <a:lstStyle>
            <a:lvl1pPr marL="0" indent="0" algn="r">
              <a:lnSpc>
                <a:spcPts val="2340"/>
              </a:lnSpc>
              <a:buNone/>
              <a:defRPr sz="2100" b="0">
                <a:solidFill>
                  <a:schemeClr val="accent1"/>
                </a:solidFill>
              </a:defRPr>
            </a:lvl1pPr>
          </a:lstStyle>
          <a:p>
            <a:pPr lvl="0"/>
            <a:r>
              <a:rPr lang="en-US"/>
              <a:t>Presented by</a:t>
            </a:r>
          </a:p>
        </p:txBody>
      </p:sp>
    </p:spTree>
    <p:extLst>
      <p:ext uri="{BB962C8B-B14F-4D97-AF65-F5344CB8AC3E}">
        <p14:creationId xmlns:p14="http://schemas.microsoft.com/office/powerpoint/2010/main" val="3009375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6BADC75-4EA8-85A8-F69E-9F67FE8B72B1}"/>
              </a:ext>
            </a:extLst>
          </p:cNvPr>
          <p:cNvPicPr>
            <a:picLocks noChangeAspect="1"/>
          </p:cNvPicPr>
          <p:nvPr userDrawn="1"/>
        </p:nvPicPr>
        <p:blipFill>
          <a:blip r:embed="rId2"/>
          <a:srcRect/>
          <a:stretch/>
        </p:blipFill>
        <p:spPr>
          <a:xfrm>
            <a:off x="3" y="893"/>
            <a:ext cx="12188817" cy="6856210"/>
          </a:xfrm>
          <a:prstGeom prst="rect">
            <a:avLst/>
          </a:prstGeom>
        </p:spPr>
      </p:pic>
      <p:sp>
        <p:nvSpPr>
          <p:cNvPr id="2" name="Title 1"/>
          <p:cNvSpPr>
            <a:spLocks noGrp="1"/>
          </p:cNvSpPr>
          <p:nvPr>
            <p:ph type="title" hasCustomPrompt="1"/>
          </p:nvPr>
        </p:nvSpPr>
        <p:spPr>
          <a:xfrm>
            <a:off x="4980078" y="2034289"/>
            <a:ext cx="6339695" cy="1591386"/>
          </a:xfrm>
        </p:spPr>
        <p:txBody>
          <a:bodyPr anchor="b" anchorCtr="0"/>
          <a:lstStyle>
            <a:lvl1pPr algn="r">
              <a:defRPr sz="4000" b="1" cap="none" baseline="0">
                <a:solidFill>
                  <a:srgbClr val="0E3689"/>
                </a:solidFill>
              </a:defRPr>
            </a:lvl1pPr>
          </a:lstStyle>
          <a:p>
            <a:r>
              <a:rPr lang="en-US"/>
              <a:t>Section Title</a:t>
            </a:r>
          </a:p>
        </p:txBody>
      </p:sp>
      <p:sp>
        <p:nvSpPr>
          <p:cNvPr id="3" name="Text Placeholder 2"/>
          <p:cNvSpPr>
            <a:spLocks noGrp="1"/>
          </p:cNvSpPr>
          <p:nvPr>
            <p:ph type="body" idx="1" hasCustomPrompt="1"/>
          </p:nvPr>
        </p:nvSpPr>
        <p:spPr>
          <a:xfrm>
            <a:off x="4980078" y="3625675"/>
            <a:ext cx="6339696" cy="1018627"/>
          </a:xfrm>
          <a:prstGeom prst="rect">
            <a:avLst/>
          </a:prstGeom>
        </p:spPr>
        <p:txBody>
          <a:bodyPr anchor="t" anchorCtr="0">
            <a:noAutofit/>
          </a:bodyPr>
          <a:lstStyle>
            <a:lvl1pPr marL="0" indent="0" algn="r">
              <a:buNone/>
              <a:defRPr sz="3000" b="0">
                <a:solidFill>
                  <a:srgbClr val="1D9CE4"/>
                </a:solidFill>
              </a:defRPr>
            </a:lvl1pPr>
            <a:lvl2pPr marL="609443" indent="0">
              <a:buNone/>
              <a:defRPr sz="2400">
                <a:solidFill>
                  <a:schemeClr val="tx1">
                    <a:tint val="75000"/>
                  </a:schemeClr>
                </a:solidFill>
              </a:defRPr>
            </a:lvl2pPr>
            <a:lvl3pPr marL="1218885" indent="0">
              <a:buNone/>
              <a:defRPr sz="2100">
                <a:solidFill>
                  <a:schemeClr val="tx1">
                    <a:tint val="75000"/>
                  </a:schemeClr>
                </a:solidFill>
              </a:defRPr>
            </a:lvl3pPr>
            <a:lvl4pPr marL="1828328" indent="0">
              <a:buNone/>
              <a:defRPr sz="1900">
                <a:solidFill>
                  <a:schemeClr val="tx1">
                    <a:tint val="75000"/>
                  </a:schemeClr>
                </a:solidFill>
              </a:defRPr>
            </a:lvl4pPr>
            <a:lvl5pPr marL="2437771" indent="0">
              <a:buNone/>
              <a:defRPr sz="1900">
                <a:solidFill>
                  <a:schemeClr val="tx1">
                    <a:tint val="75000"/>
                  </a:schemeClr>
                </a:solidFill>
              </a:defRPr>
            </a:lvl5pPr>
            <a:lvl6pPr marL="3047213" indent="0">
              <a:buNone/>
              <a:defRPr sz="1900">
                <a:solidFill>
                  <a:schemeClr val="tx1">
                    <a:tint val="75000"/>
                  </a:schemeClr>
                </a:solidFill>
              </a:defRPr>
            </a:lvl6pPr>
            <a:lvl7pPr marL="3656656" indent="0">
              <a:buNone/>
              <a:defRPr sz="1900">
                <a:solidFill>
                  <a:schemeClr val="tx1">
                    <a:tint val="75000"/>
                  </a:schemeClr>
                </a:solidFill>
              </a:defRPr>
            </a:lvl7pPr>
            <a:lvl8pPr marL="4266097" indent="0">
              <a:buNone/>
              <a:defRPr sz="1900">
                <a:solidFill>
                  <a:schemeClr val="tx1">
                    <a:tint val="75000"/>
                  </a:schemeClr>
                </a:solidFill>
              </a:defRPr>
            </a:lvl8pPr>
            <a:lvl9pPr marL="4875541" indent="0">
              <a:buNone/>
              <a:defRPr sz="1900">
                <a:solidFill>
                  <a:schemeClr val="tx1">
                    <a:tint val="75000"/>
                  </a:schemeClr>
                </a:solidFill>
              </a:defRPr>
            </a:lvl9pPr>
          </a:lstStyle>
          <a:p>
            <a:pPr lvl="0"/>
            <a:r>
              <a:rPr lang="en-US"/>
              <a:t>Section Subtitle</a:t>
            </a:r>
          </a:p>
        </p:txBody>
      </p:sp>
    </p:spTree>
    <p:extLst>
      <p:ext uri="{BB962C8B-B14F-4D97-AF65-F5344CB8AC3E}">
        <p14:creationId xmlns:p14="http://schemas.microsoft.com/office/powerpoint/2010/main" val="2803882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CAEC6540-64C7-9747-877E-6D8504F5DE51}"/>
              </a:ext>
            </a:extLst>
          </p:cNvPr>
          <p:cNvSpPr>
            <a:spLocks noGrp="1"/>
          </p:cNvSpPr>
          <p:nvPr>
            <p:ph type="title"/>
          </p:nvPr>
        </p:nvSpPr>
        <p:spPr>
          <a:xfrm>
            <a:off x="355509" y="96296"/>
            <a:ext cx="11400661" cy="777240"/>
          </a:xfrm>
          <a:prstGeom prst="rect">
            <a:avLst/>
          </a:prstGeom>
        </p:spPr>
        <p:txBody>
          <a:bodyPr vert="horz" lIns="121888" tIns="60944" rIns="121888" bIns="60944" rtlCol="0" anchor="t" anchorCtr="0">
            <a:noAutofit/>
          </a:bodyPr>
          <a:lstStyle>
            <a:lvl1pPr>
              <a:defRPr sz="4000"/>
            </a:lvl1pPr>
          </a:lstStyle>
          <a:p>
            <a:r>
              <a:rPr lang="en-US"/>
              <a:t>Click to edit Master title style</a:t>
            </a:r>
          </a:p>
        </p:txBody>
      </p:sp>
      <p:sp>
        <p:nvSpPr>
          <p:cNvPr id="13" name="Content Placeholder 12">
            <a:extLst>
              <a:ext uri="{FF2B5EF4-FFF2-40B4-BE49-F238E27FC236}">
                <a16:creationId xmlns:a16="http://schemas.microsoft.com/office/drawing/2014/main" id="{986DAD2F-D448-354C-9ACF-03ED78E9AF94}"/>
              </a:ext>
            </a:extLst>
          </p:cNvPr>
          <p:cNvSpPr>
            <a:spLocks noGrp="1"/>
          </p:cNvSpPr>
          <p:nvPr>
            <p:ph sz="quarter" idx="13"/>
          </p:nvPr>
        </p:nvSpPr>
        <p:spPr>
          <a:xfrm>
            <a:off x="354778" y="923073"/>
            <a:ext cx="11400660" cy="5385963"/>
          </a:xfrm>
          <a:prstGeom prst="rect">
            <a:avLst/>
          </a:prstGeom>
        </p:spPr>
        <p:txBody>
          <a:bodyPr/>
          <a:lstStyle>
            <a:lvl1pPr marL="274201" indent="-274201">
              <a:defRPr sz="3000"/>
            </a:lvl1pPr>
            <a:lvl2pPr marL="576072" indent="-274320">
              <a:defRPr sz="2800"/>
            </a:lvl2pPr>
            <a:lvl3pPr marL="868680" indent="-274320">
              <a:defRPr sz="2400"/>
            </a:lvl3pPr>
            <a:lvl4pPr marL="1143000" indent="-274320">
              <a:defRPr sz="2000"/>
            </a:lvl4pPr>
            <a:lvl5pPr marL="1435608" indent="-274320">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a:extLst>
              <a:ext uri="{FF2B5EF4-FFF2-40B4-BE49-F238E27FC236}">
                <a16:creationId xmlns:a16="http://schemas.microsoft.com/office/drawing/2014/main" id="{48344651-9BC3-804A-ABEF-ABD80FF3CEB8}"/>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6" name="Slide Number Placeholder 8">
            <a:extLst>
              <a:ext uri="{FF2B5EF4-FFF2-40B4-BE49-F238E27FC236}">
                <a16:creationId xmlns:a16="http://schemas.microsoft.com/office/drawing/2014/main" id="{04FD760F-7C5E-4E44-B69C-EB85837D793F}"/>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spTree>
    <p:extLst>
      <p:ext uri="{BB962C8B-B14F-4D97-AF65-F5344CB8AC3E}">
        <p14:creationId xmlns:p14="http://schemas.microsoft.com/office/powerpoint/2010/main" val="30683038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B9BB9-8088-1B4E-AA38-17BC94EF144E}"/>
              </a:ext>
            </a:extLst>
          </p:cNvPr>
          <p:cNvSpPr>
            <a:spLocks noGrp="1"/>
          </p:cNvSpPr>
          <p:nvPr>
            <p:ph type="title"/>
          </p:nvPr>
        </p:nvSpPr>
        <p:spPr>
          <a:xfrm>
            <a:off x="355509" y="96295"/>
            <a:ext cx="11400661" cy="777240"/>
          </a:xfrm>
        </p:spPr>
        <p:txBody>
          <a:bodyPr/>
          <a:lstStyle>
            <a:lvl1pPr>
              <a:defRPr sz="4000"/>
            </a:lvl1pPr>
          </a:lstStyle>
          <a:p>
            <a:r>
              <a:rPr lang="en-US"/>
              <a:t>Click to edit Master title style</a:t>
            </a:r>
          </a:p>
        </p:txBody>
      </p:sp>
      <p:sp>
        <p:nvSpPr>
          <p:cNvPr id="10" name="Text Placeholder 9">
            <a:extLst>
              <a:ext uri="{FF2B5EF4-FFF2-40B4-BE49-F238E27FC236}">
                <a16:creationId xmlns:a16="http://schemas.microsoft.com/office/drawing/2014/main" id="{B5F3DB77-FEA1-E44C-9C5F-88B2D4B5D283}"/>
              </a:ext>
            </a:extLst>
          </p:cNvPr>
          <p:cNvSpPr>
            <a:spLocks noGrp="1"/>
          </p:cNvSpPr>
          <p:nvPr>
            <p:ph type="body" sz="quarter" idx="13" hasCustomPrompt="1"/>
          </p:nvPr>
        </p:nvSpPr>
        <p:spPr>
          <a:xfrm>
            <a:off x="368603" y="831986"/>
            <a:ext cx="11400661" cy="428625"/>
          </a:xfrm>
          <a:prstGeom prst="rect">
            <a:avLst/>
          </a:prstGeom>
        </p:spPr>
        <p:txBody>
          <a:bodyPr anchor="ctr">
            <a:noAutofit/>
          </a:bodyPr>
          <a:lstStyle>
            <a:lvl1pPr marL="0" indent="0">
              <a:buNone/>
              <a:defRPr sz="3000">
                <a:solidFill>
                  <a:srgbClr val="1D9CE4"/>
                </a:solidFill>
              </a:defRPr>
            </a:lvl1pPr>
          </a:lstStyle>
          <a:p>
            <a:pPr lvl="0"/>
            <a:r>
              <a:rPr lang="en-US" b="1" kern="0">
                <a:solidFill>
                  <a:srgbClr val="45A8C4"/>
                </a:solidFill>
                <a:latin typeface="+mn-lt"/>
                <a:cs typeface="Calibri"/>
              </a:rPr>
              <a:t>Subtitle</a:t>
            </a:r>
            <a:endParaRPr lang="en-US"/>
          </a:p>
        </p:txBody>
      </p:sp>
      <p:sp>
        <p:nvSpPr>
          <p:cNvPr id="6" name="Content Placeholder 12">
            <a:extLst>
              <a:ext uri="{FF2B5EF4-FFF2-40B4-BE49-F238E27FC236}">
                <a16:creationId xmlns:a16="http://schemas.microsoft.com/office/drawing/2014/main" id="{955162B4-304F-5841-8C1A-37D23DCFC924}"/>
              </a:ext>
            </a:extLst>
          </p:cNvPr>
          <p:cNvSpPr>
            <a:spLocks noGrp="1"/>
          </p:cNvSpPr>
          <p:nvPr>
            <p:ph sz="quarter" idx="15"/>
          </p:nvPr>
        </p:nvSpPr>
        <p:spPr>
          <a:xfrm>
            <a:off x="355509" y="1403852"/>
            <a:ext cx="11400660" cy="4905184"/>
          </a:xfrm>
          <a:prstGeom prst="rect">
            <a:avLst/>
          </a:prstGeom>
        </p:spPr>
        <p:txBody>
          <a:bodyPr/>
          <a:lstStyle>
            <a:lvl1pPr marL="274201" indent="-274201">
              <a:defRPr sz="3000"/>
            </a:lvl1pPr>
            <a:lvl2pPr marL="576072" indent="-274320">
              <a:defRPr/>
            </a:lvl2pPr>
            <a:lvl3pPr marL="868680" indent="-274320">
              <a:defRPr/>
            </a:lvl3pPr>
            <a:lvl4pPr marL="1143000" indent="-274320">
              <a:defRPr/>
            </a:lvl4pPr>
            <a:lvl5pPr marL="1435608" indent="-27432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a:extLst>
              <a:ext uri="{FF2B5EF4-FFF2-40B4-BE49-F238E27FC236}">
                <a16:creationId xmlns:a16="http://schemas.microsoft.com/office/drawing/2014/main" id="{DC4207E9-C13E-1647-9F09-C18700780875}"/>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8" name="Slide Number Placeholder 8">
            <a:extLst>
              <a:ext uri="{FF2B5EF4-FFF2-40B4-BE49-F238E27FC236}">
                <a16:creationId xmlns:a16="http://schemas.microsoft.com/office/drawing/2014/main" id="{E1704FFC-4F15-324D-96E6-976EE1494825}"/>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spTree>
    <p:extLst>
      <p:ext uri="{BB962C8B-B14F-4D97-AF65-F5344CB8AC3E}">
        <p14:creationId xmlns:p14="http://schemas.microsoft.com/office/powerpoint/2010/main" val="3440774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Line Title and Content">
    <p:spTree>
      <p:nvGrpSpPr>
        <p:cNvPr id="1" name=""/>
        <p:cNvGrpSpPr/>
        <p:nvPr/>
      </p:nvGrpSpPr>
      <p:grpSpPr>
        <a:xfrm>
          <a:off x="0" y="0"/>
          <a:ext cx="0" cy="0"/>
          <a:chOff x="0" y="0"/>
          <a:chExt cx="0" cy="0"/>
        </a:xfrm>
      </p:grpSpPr>
      <p:sp>
        <p:nvSpPr>
          <p:cNvPr id="6" name="Content Placeholder 12">
            <a:extLst>
              <a:ext uri="{FF2B5EF4-FFF2-40B4-BE49-F238E27FC236}">
                <a16:creationId xmlns:a16="http://schemas.microsoft.com/office/drawing/2014/main" id="{955162B4-304F-5841-8C1A-37D23DCFC924}"/>
              </a:ext>
            </a:extLst>
          </p:cNvPr>
          <p:cNvSpPr>
            <a:spLocks noGrp="1"/>
          </p:cNvSpPr>
          <p:nvPr>
            <p:ph sz="quarter" idx="15"/>
          </p:nvPr>
        </p:nvSpPr>
        <p:spPr>
          <a:xfrm>
            <a:off x="355509" y="1626375"/>
            <a:ext cx="11400660" cy="4664076"/>
          </a:xfrm>
          <a:prstGeom prst="rect">
            <a:avLst/>
          </a:prstGeom>
        </p:spPr>
        <p:txBody>
          <a:bodyPr/>
          <a:lstStyle>
            <a:lvl1pPr marL="274201" indent="-274201">
              <a:defRPr sz="3000"/>
            </a:lvl1pPr>
            <a:lvl2pPr marL="576072" indent="-274320">
              <a:defRPr/>
            </a:lvl2pPr>
            <a:lvl3pPr marL="868680" indent="-274320">
              <a:defRPr/>
            </a:lvl3pPr>
            <a:lvl4pPr marL="1143000" indent="-274320">
              <a:defRPr/>
            </a:lvl4pPr>
            <a:lvl5pPr marL="1435608" indent="-27432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a:extLst>
              <a:ext uri="{FF2B5EF4-FFF2-40B4-BE49-F238E27FC236}">
                <a16:creationId xmlns:a16="http://schemas.microsoft.com/office/drawing/2014/main" id="{098AAA9D-2041-3B4F-8508-758963B7970D}"/>
              </a:ext>
            </a:extLst>
          </p:cNvPr>
          <p:cNvSpPr>
            <a:spLocks noGrp="1"/>
          </p:cNvSpPr>
          <p:nvPr>
            <p:ph type="title"/>
          </p:nvPr>
        </p:nvSpPr>
        <p:spPr>
          <a:xfrm>
            <a:off x="355509" y="96296"/>
            <a:ext cx="11400661" cy="1489280"/>
          </a:xfrm>
          <a:prstGeom prst="rect">
            <a:avLst/>
          </a:prstGeom>
        </p:spPr>
        <p:txBody>
          <a:bodyPr vert="horz" lIns="121888" tIns="60944" rIns="121888" bIns="60944" rtlCol="0" anchor="t" anchorCtr="0">
            <a:noAutofit/>
          </a:bodyPr>
          <a:lstStyle>
            <a:lvl1pPr>
              <a:defRPr sz="4000"/>
            </a:lvl1pPr>
          </a:lstStyle>
          <a:p>
            <a:r>
              <a:rPr lang="en-US"/>
              <a:t>Click to edit Master title style</a:t>
            </a:r>
          </a:p>
        </p:txBody>
      </p:sp>
      <p:sp>
        <p:nvSpPr>
          <p:cNvPr id="5" name="Footer Placeholder 4">
            <a:extLst>
              <a:ext uri="{FF2B5EF4-FFF2-40B4-BE49-F238E27FC236}">
                <a16:creationId xmlns:a16="http://schemas.microsoft.com/office/drawing/2014/main" id="{516A6C8C-5670-1242-B987-55F42BAD97D1}"/>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8" name="Slide Number Placeholder 8">
            <a:extLst>
              <a:ext uri="{FF2B5EF4-FFF2-40B4-BE49-F238E27FC236}">
                <a16:creationId xmlns:a16="http://schemas.microsoft.com/office/drawing/2014/main" id="{AD67FA37-0073-AF47-8F1C-C046BC1C223C}"/>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spTree>
    <p:extLst>
      <p:ext uri="{BB962C8B-B14F-4D97-AF65-F5344CB8AC3E}">
        <p14:creationId xmlns:p14="http://schemas.microsoft.com/office/powerpoint/2010/main" val="2829715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14ABC63-0F02-3D4C-B5A8-224D9EF04437}"/>
              </a:ext>
            </a:extLst>
          </p:cNvPr>
          <p:cNvSpPr>
            <a:spLocks noGrp="1"/>
          </p:cNvSpPr>
          <p:nvPr>
            <p:ph type="title"/>
          </p:nvPr>
        </p:nvSpPr>
        <p:spPr>
          <a:xfrm>
            <a:off x="355509" y="96297"/>
            <a:ext cx="11400661" cy="777240"/>
          </a:xfrm>
        </p:spPr>
        <p:txBody>
          <a:bodyPr/>
          <a:lstStyle>
            <a:lvl1pPr>
              <a:defRPr sz="4000"/>
            </a:lvl1pPr>
          </a:lstStyle>
          <a:p>
            <a:r>
              <a:rPr lang="en-US"/>
              <a:t>Click to edit Master title style</a:t>
            </a:r>
          </a:p>
        </p:txBody>
      </p:sp>
      <p:sp>
        <p:nvSpPr>
          <p:cNvPr id="7" name="Content Placeholder 12">
            <a:extLst>
              <a:ext uri="{FF2B5EF4-FFF2-40B4-BE49-F238E27FC236}">
                <a16:creationId xmlns:a16="http://schemas.microsoft.com/office/drawing/2014/main" id="{2EFF8C43-59A6-4644-B04E-6AE187BD55D1}"/>
              </a:ext>
            </a:extLst>
          </p:cNvPr>
          <p:cNvSpPr>
            <a:spLocks noGrp="1"/>
          </p:cNvSpPr>
          <p:nvPr>
            <p:ph sz="quarter" idx="15"/>
          </p:nvPr>
        </p:nvSpPr>
        <p:spPr>
          <a:xfrm>
            <a:off x="355509" y="929269"/>
            <a:ext cx="5505846" cy="5374679"/>
          </a:xfrm>
          <a:prstGeom prst="rect">
            <a:avLst/>
          </a:prstGeom>
        </p:spPr>
        <p:txBody>
          <a:bodyPr/>
          <a:lstStyle>
            <a:lvl1pPr marL="274201" indent="-274201">
              <a:defRPr sz="3000"/>
            </a:lvl1pPr>
            <a:lvl2pPr marL="576072" indent="-274320">
              <a:defRPr/>
            </a:lvl2pPr>
            <a:lvl3pPr marL="868680" indent="-274320">
              <a:defRPr/>
            </a:lvl3pPr>
            <a:lvl4pPr marL="1143000" indent="-274320">
              <a:defRPr/>
            </a:lvl4pPr>
            <a:lvl5pPr marL="1435608" indent="-27432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2">
            <a:extLst>
              <a:ext uri="{FF2B5EF4-FFF2-40B4-BE49-F238E27FC236}">
                <a16:creationId xmlns:a16="http://schemas.microsoft.com/office/drawing/2014/main" id="{69F5C3FF-72D2-604B-A6AF-63E081CA68F8}"/>
              </a:ext>
            </a:extLst>
          </p:cNvPr>
          <p:cNvSpPr>
            <a:spLocks noGrp="1"/>
          </p:cNvSpPr>
          <p:nvPr>
            <p:ph sz="quarter" idx="16"/>
          </p:nvPr>
        </p:nvSpPr>
        <p:spPr>
          <a:xfrm>
            <a:off x="6250324" y="929270"/>
            <a:ext cx="5505846" cy="5374678"/>
          </a:xfrm>
          <a:prstGeom prst="rect">
            <a:avLst/>
          </a:prstGeom>
        </p:spPr>
        <p:txBody>
          <a:bodyPr/>
          <a:lstStyle>
            <a:lvl1pPr marL="274201" indent="-274201">
              <a:defRPr sz="3000"/>
            </a:lvl1pPr>
            <a:lvl2pPr marL="576072" indent="-274320">
              <a:defRPr/>
            </a:lvl2pPr>
            <a:lvl3pPr marL="868680" indent="-274320">
              <a:defRPr/>
            </a:lvl3pPr>
            <a:lvl4pPr marL="1143000" indent="-274320">
              <a:defRPr/>
            </a:lvl4pPr>
            <a:lvl5pPr marL="1435608" indent="-27432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4">
            <a:extLst>
              <a:ext uri="{FF2B5EF4-FFF2-40B4-BE49-F238E27FC236}">
                <a16:creationId xmlns:a16="http://schemas.microsoft.com/office/drawing/2014/main" id="{3872A14E-E83F-9541-B766-352B85366E62}"/>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8" name="Slide Number Placeholder 8">
            <a:extLst>
              <a:ext uri="{FF2B5EF4-FFF2-40B4-BE49-F238E27FC236}">
                <a16:creationId xmlns:a16="http://schemas.microsoft.com/office/drawing/2014/main" id="{78986A39-4957-2843-AFDE-E6160A6C0548}"/>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spTree>
    <p:extLst>
      <p:ext uri="{BB962C8B-B14F-4D97-AF65-F5344CB8AC3E}">
        <p14:creationId xmlns:p14="http://schemas.microsoft.com/office/powerpoint/2010/main" val="154026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 Subtitle">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14ABC63-0F02-3D4C-B5A8-224D9EF04437}"/>
              </a:ext>
            </a:extLst>
          </p:cNvPr>
          <p:cNvSpPr>
            <a:spLocks noGrp="1"/>
          </p:cNvSpPr>
          <p:nvPr>
            <p:ph type="title"/>
          </p:nvPr>
        </p:nvSpPr>
        <p:spPr>
          <a:xfrm>
            <a:off x="355509" y="96297"/>
            <a:ext cx="11400661" cy="777240"/>
          </a:xfrm>
        </p:spPr>
        <p:txBody>
          <a:bodyPr>
            <a:noAutofit/>
          </a:bodyPr>
          <a:lstStyle>
            <a:lvl1pPr>
              <a:defRPr sz="4000"/>
            </a:lvl1pPr>
          </a:lstStyle>
          <a:p>
            <a:r>
              <a:rPr lang="en-US"/>
              <a:t>Click to edit Master title style</a:t>
            </a:r>
          </a:p>
        </p:txBody>
      </p:sp>
      <p:sp>
        <p:nvSpPr>
          <p:cNvPr id="6" name="Text Placeholder 9">
            <a:extLst>
              <a:ext uri="{FF2B5EF4-FFF2-40B4-BE49-F238E27FC236}">
                <a16:creationId xmlns:a16="http://schemas.microsoft.com/office/drawing/2014/main" id="{EF0C5114-81F0-6D40-9DA2-1EA66CC7C6BC}"/>
              </a:ext>
            </a:extLst>
          </p:cNvPr>
          <p:cNvSpPr>
            <a:spLocks noGrp="1"/>
          </p:cNvSpPr>
          <p:nvPr>
            <p:ph type="body" sz="quarter" idx="13" hasCustomPrompt="1"/>
          </p:nvPr>
        </p:nvSpPr>
        <p:spPr>
          <a:xfrm>
            <a:off x="368603" y="831986"/>
            <a:ext cx="11400661" cy="428625"/>
          </a:xfrm>
          <a:prstGeom prst="rect">
            <a:avLst/>
          </a:prstGeom>
        </p:spPr>
        <p:txBody>
          <a:bodyPr anchor="ctr">
            <a:noAutofit/>
          </a:bodyPr>
          <a:lstStyle>
            <a:lvl1pPr marL="0" indent="0">
              <a:buNone/>
              <a:defRPr sz="3000">
                <a:solidFill>
                  <a:srgbClr val="1D9CE4"/>
                </a:solidFill>
              </a:defRPr>
            </a:lvl1pPr>
          </a:lstStyle>
          <a:p>
            <a:pPr lvl="0"/>
            <a:r>
              <a:rPr lang="en-US" b="1" kern="0">
                <a:solidFill>
                  <a:srgbClr val="45A8C4"/>
                </a:solidFill>
                <a:latin typeface="+mn-lt"/>
                <a:cs typeface="Calibri"/>
              </a:rPr>
              <a:t>Subtitle</a:t>
            </a:r>
            <a:endParaRPr lang="en-US"/>
          </a:p>
        </p:txBody>
      </p:sp>
      <p:sp>
        <p:nvSpPr>
          <p:cNvPr id="10" name="Content Placeholder 12">
            <a:extLst>
              <a:ext uri="{FF2B5EF4-FFF2-40B4-BE49-F238E27FC236}">
                <a16:creationId xmlns:a16="http://schemas.microsoft.com/office/drawing/2014/main" id="{4354C555-752C-5946-99B7-1752C8A6C9F8}"/>
              </a:ext>
            </a:extLst>
          </p:cNvPr>
          <p:cNvSpPr>
            <a:spLocks noGrp="1"/>
          </p:cNvSpPr>
          <p:nvPr>
            <p:ph sz="quarter" idx="15"/>
          </p:nvPr>
        </p:nvSpPr>
        <p:spPr>
          <a:xfrm>
            <a:off x="352454" y="1408545"/>
            <a:ext cx="5505846" cy="4907794"/>
          </a:xfrm>
          <a:prstGeom prst="rect">
            <a:avLst/>
          </a:prstGeom>
        </p:spPr>
        <p:txBody>
          <a:bodyPr/>
          <a:lstStyle>
            <a:lvl1pPr marL="274201" indent="-274201">
              <a:defRPr sz="3000"/>
            </a:lvl1pPr>
            <a:lvl2pPr marL="576072" indent="-274320">
              <a:defRPr/>
            </a:lvl2pPr>
            <a:lvl3pPr marL="868680" indent="-274320">
              <a:defRPr/>
            </a:lvl3pPr>
            <a:lvl4pPr marL="1143000" indent="-274320">
              <a:defRPr/>
            </a:lvl4pPr>
            <a:lvl5pPr marL="1435608" indent="-27432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2">
            <a:extLst>
              <a:ext uri="{FF2B5EF4-FFF2-40B4-BE49-F238E27FC236}">
                <a16:creationId xmlns:a16="http://schemas.microsoft.com/office/drawing/2014/main" id="{B1B5C683-E8CE-5447-B10F-1FA96B9838C5}"/>
              </a:ext>
            </a:extLst>
          </p:cNvPr>
          <p:cNvSpPr>
            <a:spLocks noGrp="1"/>
          </p:cNvSpPr>
          <p:nvPr>
            <p:ph sz="quarter" idx="16"/>
          </p:nvPr>
        </p:nvSpPr>
        <p:spPr>
          <a:xfrm>
            <a:off x="6250324" y="1408546"/>
            <a:ext cx="5505846" cy="4907794"/>
          </a:xfrm>
          <a:prstGeom prst="rect">
            <a:avLst/>
          </a:prstGeom>
        </p:spPr>
        <p:txBody>
          <a:bodyPr/>
          <a:lstStyle>
            <a:lvl1pPr marL="274201" indent="-274201">
              <a:defRPr sz="3000"/>
            </a:lvl1pPr>
            <a:lvl2pPr marL="576072" indent="-274320">
              <a:defRPr/>
            </a:lvl2pPr>
            <a:lvl3pPr marL="868680" indent="-274320">
              <a:defRPr/>
            </a:lvl3pPr>
            <a:lvl4pPr marL="1143000" indent="-274320">
              <a:defRPr/>
            </a:lvl4pPr>
            <a:lvl5pPr marL="1435608" indent="-27432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a:extLst>
              <a:ext uri="{FF2B5EF4-FFF2-40B4-BE49-F238E27FC236}">
                <a16:creationId xmlns:a16="http://schemas.microsoft.com/office/drawing/2014/main" id="{B9F735E5-BB03-E141-8FE5-6E137A04C796}"/>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8" name="Slide Number Placeholder 8">
            <a:extLst>
              <a:ext uri="{FF2B5EF4-FFF2-40B4-BE49-F238E27FC236}">
                <a16:creationId xmlns:a16="http://schemas.microsoft.com/office/drawing/2014/main" id="{2D0980E6-4C36-ED4A-BBAC-FCB3FD474E42}"/>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spTree>
    <p:extLst>
      <p:ext uri="{BB962C8B-B14F-4D97-AF65-F5344CB8AC3E}">
        <p14:creationId xmlns:p14="http://schemas.microsoft.com/office/powerpoint/2010/main" val="2340959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55507" y="923075"/>
            <a:ext cx="5474569" cy="567713"/>
          </a:xfrm>
          <a:prstGeom prst="rect">
            <a:avLst/>
          </a:prstGeom>
        </p:spPr>
        <p:txBody>
          <a:bodyPr anchor="b">
            <a:noAutofit/>
          </a:bodyPr>
          <a:lstStyle>
            <a:lvl1pPr marL="0" indent="0">
              <a:buNone/>
              <a:defRPr sz="3000" b="1" i="0" u="sng">
                <a:solidFill>
                  <a:schemeClr val="accent1"/>
                </a:solidFill>
              </a:defRPr>
            </a:lvl1pPr>
            <a:lvl2pPr marL="609443" indent="0">
              <a:buNone/>
              <a:defRPr sz="2700" b="1"/>
            </a:lvl2pPr>
            <a:lvl3pPr marL="1218885" indent="0">
              <a:buNone/>
              <a:defRPr sz="2400" b="1"/>
            </a:lvl3pPr>
            <a:lvl4pPr marL="1828328" indent="0">
              <a:buNone/>
              <a:defRPr sz="2100" b="1"/>
            </a:lvl4pPr>
            <a:lvl5pPr marL="2437771" indent="0">
              <a:buNone/>
              <a:defRPr sz="2100" b="1"/>
            </a:lvl5pPr>
            <a:lvl6pPr marL="3047213" indent="0">
              <a:buNone/>
              <a:defRPr sz="2100" b="1"/>
            </a:lvl6pPr>
            <a:lvl7pPr marL="3656656" indent="0">
              <a:buNone/>
              <a:defRPr sz="2100" b="1"/>
            </a:lvl7pPr>
            <a:lvl8pPr marL="4266097" indent="0">
              <a:buNone/>
              <a:defRPr sz="2100" b="1"/>
            </a:lvl8pPr>
            <a:lvl9pPr marL="4875541" indent="0">
              <a:buNone/>
              <a:defRPr sz="2100" b="1"/>
            </a:lvl9pPr>
          </a:lstStyle>
          <a:p>
            <a:pPr lvl="0"/>
            <a:r>
              <a:rPr lang="en-US"/>
              <a:t>Click to edit Master text styles</a:t>
            </a:r>
          </a:p>
        </p:txBody>
      </p:sp>
      <p:sp>
        <p:nvSpPr>
          <p:cNvPr id="5" name="Text Placeholder 4"/>
          <p:cNvSpPr>
            <a:spLocks noGrp="1"/>
          </p:cNvSpPr>
          <p:nvPr>
            <p:ph type="body" sz="quarter" idx="3" hasCustomPrompt="1"/>
          </p:nvPr>
        </p:nvSpPr>
        <p:spPr>
          <a:xfrm>
            <a:off x="6385192" y="941660"/>
            <a:ext cx="5387630" cy="567714"/>
          </a:xfrm>
          <a:prstGeom prst="rect">
            <a:avLst/>
          </a:prstGeom>
        </p:spPr>
        <p:txBody>
          <a:bodyPr anchor="b">
            <a:noAutofit/>
          </a:bodyPr>
          <a:lstStyle>
            <a:lvl1pPr marL="0" indent="0">
              <a:buNone/>
              <a:defRPr sz="3000" b="1" u="sng">
                <a:solidFill>
                  <a:schemeClr val="accent1"/>
                </a:solidFill>
              </a:defRPr>
            </a:lvl1pPr>
            <a:lvl2pPr marL="609443" indent="0">
              <a:buNone/>
              <a:defRPr sz="2700" b="1"/>
            </a:lvl2pPr>
            <a:lvl3pPr marL="1218885" indent="0">
              <a:buNone/>
              <a:defRPr sz="2400" b="1"/>
            </a:lvl3pPr>
            <a:lvl4pPr marL="1828328" indent="0">
              <a:buNone/>
              <a:defRPr sz="2100" b="1"/>
            </a:lvl4pPr>
            <a:lvl5pPr marL="2437771" indent="0">
              <a:buNone/>
              <a:defRPr sz="2100" b="1"/>
            </a:lvl5pPr>
            <a:lvl6pPr marL="3047213" indent="0">
              <a:buNone/>
              <a:defRPr sz="2100" b="1"/>
            </a:lvl6pPr>
            <a:lvl7pPr marL="3656656" indent="0">
              <a:buNone/>
              <a:defRPr sz="2100" b="1"/>
            </a:lvl7pPr>
            <a:lvl8pPr marL="4266097" indent="0">
              <a:buNone/>
              <a:defRPr sz="2100" b="1"/>
            </a:lvl8pPr>
            <a:lvl9pPr marL="4875541" indent="0">
              <a:buNone/>
              <a:defRPr sz="2100" b="1"/>
            </a:lvl9pPr>
          </a:lstStyle>
          <a:p>
            <a:pPr lvl="0"/>
            <a:r>
              <a:rPr lang="en-US"/>
              <a:t>Click to edit Master text styles.</a:t>
            </a:r>
          </a:p>
        </p:txBody>
      </p:sp>
      <p:sp>
        <p:nvSpPr>
          <p:cNvPr id="11" name="Title 1">
            <a:extLst>
              <a:ext uri="{FF2B5EF4-FFF2-40B4-BE49-F238E27FC236}">
                <a16:creationId xmlns:a16="http://schemas.microsoft.com/office/drawing/2014/main" id="{70898E04-A14A-8140-993E-87174E0C2C8D}"/>
              </a:ext>
            </a:extLst>
          </p:cNvPr>
          <p:cNvSpPr>
            <a:spLocks noGrp="1"/>
          </p:cNvSpPr>
          <p:nvPr>
            <p:ph type="title"/>
          </p:nvPr>
        </p:nvSpPr>
        <p:spPr>
          <a:xfrm>
            <a:off x="355509" y="96297"/>
            <a:ext cx="11400661" cy="777240"/>
          </a:xfrm>
        </p:spPr>
        <p:txBody>
          <a:bodyPr/>
          <a:lstStyle>
            <a:lvl1pPr>
              <a:defRPr sz="4000"/>
            </a:lvl1pPr>
          </a:lstStyle>
          <a:p>
            <a:r>
              <a:rPr lang="en-US"/>
              <a:t>Click to edit Master title style</a:t>
            </a:r>
          </a:p>
        </p:txBody>
      </p:sp>
      <p:sp>
        <p:nvSpPr>
          <p:cNvPr id="8" name="Content Placeholder 12">
            <a:extLst>
              <a:ext uri="{FF2B5EF4-FFF2-40B4-BE49-F238E27FC236}">
                <a16:creationId xmlns:a16="http://schemas.microsoft.com/office/drawing/2014/main" id="{5170BFA0-6B7E-2944-A49D-35B39ABC44C4}"/>
              </a:ext>
            </a:extLst>
          </p:cNvPr>
          <p:cNvSpPr>
            <a:spLocks noGrp="1"/>
          </p:cNvSpPr>
          <p:nvPr>
            <p:ph sz="quarter" idx="15"/>
          </p:nvPr>
        </p:nvSpPr>
        <p:spPr>
          <a:xfrm>
            <a:off x="355509" y="1561175"/>
            <a:ext cx="5474567" cy="4795020"/>
          </a:xfrm>
          <a:prstGeom prst="rect">
            <a:avLst/>
          </a:prstGeom>
        </p:spPr>
        <p:txBody>
          <a:bodyPr/>
          <a:lstStyle>
            <a:lvl1pPr marL="274201" indent="-274201">
              <a:defRPr sz="3000"/>
            </a:lvl1pPr>
            <a:lvl2pPr marL="576072" indent="-274320">
              <a:defRPr/>
            </a:lvl2pPr>
            <a:lvl3pPr marL="868680" indent="-274320">
              <a:defRPr/>
            </a:lvl3pPr>
            <a:lvl4pPr marL="1143000" indent="-274320">
              <a:defRPr/>
            </a:lvl4pPr>
            <a:lvl5pPr marL="1435608" indent="-27432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2">
            <a:extLst>
              <a:ext uri="{FF2B5EF4-FFF2-40B4-BE49-F238E27FC236}">
                <a16:creationId xmlns:a16="http://schemas.microsoft.com/office/drawing/2014/main" id="{C883CD4E-1B81-AF4E-B076-F6C9C7DA1692}"/>
              </a:ext>
            </a:extLst>
          </p:cNvPr>
          <p:cNvSpPr>
            <a:spLocks noGrp="1"/>
          </p:cNvSpPr>
          <p:nvPr>
            <p:ph sz="quarter" idx="16"/>
          </p:nvPr>
        </p:nvSpPr>
        <p:spPr>
          <a:xfrm>
            <a:off x="6385193" y="1561175"/>
            <a:ext cx="5387630" cy="4795019"/>
          </a:xfrm>
          <a:prstGeom prst="rect">
            <a:avLst/>
          </a:prstGeom>
        </p:spPr>
        <p:txBody>
          <a:bodyPr/>
          <a:lstStyle>
            <a:lvl1pPr marL="274201" indent="-274201">
              <a:defRPr sz="3000"/>
            </a:lvl1pPr>
            <a:lvl2pPr marL="576072" indent="-274320">
              <a:defRPr/>
            </a:lvl2pPr>
            <a:lvl3pPr marL="868680" indent="-274320">
              <a:defRPr/>
            </a:lvl3pPr>
            <a:lvl4pPr marL="1143000" indent="-274320">
              <a:defRPr/>
            </a:lvl4pPr>
            <a:lvl5pPr marL="1435608" indent="-27432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E2902E3F-7B87-844B-A375-55F0B5134651}"/>
              </a:ext>
            </a:extLst>
          </p:cNvPr>
          <p:cNvSpPr>
            <a:spLocks noGrp="1"/>
          </p:cNvSpPr>
          <p:nvPr>
            <p:ph type="ftr" sz="quarter" idx="17"/>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12" name="Slide Number Placeholder 8">
            <a:extLst>
              <a:ext uri="{FF2B5EF4-FFF2-40B4-BE49-F238E27FC236}">
                <a16:creationId xmlns:a16="http://schemas.microsoft.com/office/drawing/2014/main" id="{884F7A06-CF40-064F-B9BE-F69B2DFE502C}"/>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spTree>
    <p:extLst>
      <p:ext uri="{BB962C8B-B14F-4D97-AF65-F5344CB8AC3E}">
        <p14:creationId xmlns:p14="http://schemas.microsoft.com/office/powerpoint/2010/main" val="2073102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 Sub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55509" y="1381004"/>
            <a:ext cx="5474569" cy="580605"/>
          </a:xfrm>
          <a:prstGeom prst="rect">
            <a:avLst/>
          </a:prstGeom>
        </p:spPr>
        <p:txBody>
          <a:bodyPr anchor="b">
            <a:normAutofit/>
          </a:bodyPr>
          <a:lstStyle>
            <a:lvl1pPr marL="0" indent="0">
              <a:buNone/>
              <a:defRPr sz="3000" b="1" u="sng">
                <a:solidFill>
                  <a:schemeClr val="accent1"/>
                </a:solidFill>
              </a:defRPr>
            </a:lvl1pPr>
            <a:lvl2pPr marL="609443" indent="0">
              <a:buNone/>
              <a:defRPr sz="2700" b="1"/>
            </a:lvl2pPr>
            <a:lvl3pPr marL="1218885" indent="0">
              <a:buNone/>
              <a:defRPr sz="2400" b="1"/>
            </a:lvl3pPr>
            <a:lvl4pPr marL="1828328" indent="0">
              <a:buNone/>
              <a:defRPr sz="2100" b="1"/>
            </a:lvl4pPr>
            <a:lvl5pPr marL="2437771" indent="0">
              <a:buNone/>
              <a:defRPr sz="2100" b="1"/>
            </a:lvl5pPr>
            <a:lvl6pPr marL="3047213" indent="0">
              <a:buNone/>
              <a:defRPr sz="2100" b="1"/>
            </a:lvl6pPr>
            <a:lvl7pPr marL="3656656" indent="0">
              <a:buNone/>
              <a:defRPr sz="2100" b="1"/>
            </a:lvl7pPr>
            <a:lvl8pPr marL="4266097" indent="0">
              <a:buNone/>
              <a:defRPr sz="2100" b="1"/>
            </a:lvl8pPr>
            <a:lvl9pPr marL="4875541" indent="0">
              <a:buNone/>
              <a:defRPr sz="2100" b="1"/>
            </a:lvl9pPr>
          </a:lstStyle>
          <a:p>
            <a:pPr lvl="0"/>
            <a:r>
              <a:rPr lang="en-US"/>
              <a:t>Click to edit Master text styles</a:t>
            </a:r>
          </a:p>
        </p:txBody>
      </p:sp>
      <p:sp>
        <p:nvSpPr>
          <p:cNvPr id="5" name="Text Placeholder 4"/>
          <p:cNvSpPr>
            <a:spLocks noGrp="1"/>
          </p:cNvSpPr>
          <p:nvPr>
            <p:ph type="body" sz="quarter" idx="3"/>
          </p:nvPr>
        </p:nvSpPr>
        <p:spPr>
          <a:xfrm>
            <a:off x="6385192" y="1381003"/>
            <a:ext cx="5387630" cy="580606"/>
          </a:xfrm>
          <a:prstGeom prst="rect">
            <a:avLst/>
          </a:prstGeom>
        </p:spPr>
        <p:txBody>
          <a:bodyPr anchor="b">
            <a:normAutofit/>
          </a:bodyPr>
          <a:lstStyle>
            <a:lvl1pPr marL="0" indent="0">
              <a:buNone/>
              <a:defRPr sz="3000" b="1" u="sng">
                <a:solidFill>
                  <a:schemeClr val="accent1"/>
                </a:solidFill>
              </a:defRPr>
            </a:lvl1pPr>
            <a:lvl2pPr marL="609443" indent="0">
              <a:buNone/>
              <a:defRPr sz="2700" b="1"/>
            </a:lvl2pPr>
            <a:lvl3pPr marL="1218885" indent="0">
              <a:buNone/>
              <a:defRPr sz="2400" b="1"/>
            </a:lvl3pPr>
            <a:lvl4pPr marL="1828328" indent="0">
              <a:buNone/>
              <a:defRPr sz="2100" b="1"/>
            </a:lvl4pPr>
            <a:lvl5pPr marL="2437771" indent="0">
              <a:buNone/>
              <a:defRPr sz="2100" b="1"/>
            </a:lvl5pPr>
            <a:lvl6pPr marL="3047213" indent="0">
              <a:buNone/>
              <a:defRPr sz="2100" b="1"/>
            </a:lvl6pPr>
            <a:lvl7pPr marL="3656656" indent="0">
              <a:buNone/>
              <a:defRPr sz="2100" b="1"/>
            </a:lvl7pPr>
            <a:lvl8pPr marL="4266097" indent="0">
              <a:buNone/>
              <a:defRPr sz="2100" b="1"/>
            </a:lvl8pPr>
            <a:lvl9pPr marL="4875541" indent="0">
              <a:buNone/>
              <a:defRPr sz="2100" b="1"/>
            </a:lvl9pPr>
          </a:lstStyle>
          <a:p>
            <a:pPr lvl="0"/>
            <a:r>
              <a:rPr lang="en-US"/>
              <a:t>Click to edit Master text styles</a:t>
            </a:r>
          </a:p>
        </p:txBody>
      </p:sp>
      <p:sp>
        <p:nvSpPr>
          <p:cNvPr id="8" name="Title 1">
            <a:extLst>
              <a:ext uri="{FF2B5EF4-FFF2-40B4-BE49-F238E27FC236}">
                <a16:creationId xmlns:a16="http://schemas.microsoft.com/office/drawing/2014/main" id="{E22C09BD-60A2-D244-8F4B-695A122744A6}"/>
              </a:ext>
            </a:extLst>
          </p:cNvPr>
          <p:cNvSpPr>
            <a:spLocks noGrp="1"/>
          </p:cNvSpPr>
          <p:nvPr>
            <p:ph type="title"/>
          </p:nvPr>
        </p:nvSpPr>
        <p:spPr>
          <a:xfrm>
            <a:off x="355509" y="96297"/>
            <a:ext cx="11400661" cy="777240"/>
          </a:xfrm>
        </p:spPr>
        <p:txBody>
          <a:bodyPr/>
          <a:lstStyle>
            <a:lvl1pPr>
              <a:defRPr sz="4000"/>
            </a:lvl1pPr>
          </a:lstStyle>
          <a:p>
            <a:r>
              <a:rPr lang="en-US"/>
              <a:t>Click to edit Master title style</a:t>
            </a:r>
          </a:p>
        </p:txBody>
      </p:sp>
      <p:sp>
        <p:nvSpPr>
          <p:cNvPr id="9" name="Text Placeholder 9">
            <a:extLst>
              <a:ext uri="{FF2B5EF4-FFF2-40B4-BE49-F238E27FC236}">
                <a16:creationId xmlns:a16="http://schemas.microsoft.com/office/drawing/2014/main" id="{E1D56C46-C13D-6843-8D78-E9DE559D36FD}"/>
              </a:ext>
            </a:extLst>
          </p:cNvPr>
          <p:cNvSpPr>
            <a:spLocks noGrp="1"/>
          </p:cNvSpPr>
          <p:nvPr>
            <p:ph type="body" sz="quarter" idx="13" hasCustomPrompt="1"/>
          </p:nvPr>
        </p:nvSpPr>
        <p:spPr>
          <a:xfrm>
            <a:off x="368603" y="831986"/>
            <a:ext cx="11400661" cy="428625"/>
          </a:xfrm>
          <a:prstGeom prst="rect">
            <a:avLst/>
          </a:prstGeom>
        </p:spPr>
        <p:txBody>
          <a:bodyPr anchor="ctr">
            <a:noAutofit/>
          </a:bodyPr>
          <a:lstStyle>
            <a:lvl1pPr marL="0" indent="0">
              <a:buNone/>
              <a:defRPr sz="3000">
                <a:solidFill>
                  <a:schemeClr val="bg2"/>
                </a:solidFill>
              </a:defRPr>
            </a:lvl1pPr>
          </a:lstStyle>
          <a:p>
            <a:pPr lvl="0"/>
            <a:r>
              <a:rPr lang="en-US" b="1" kern="0">
                <a:solidFill>
                  <a:srgbClr val="45A8C4"/>
                </a:solidFill>
                <a:latin typeface="+mn-lt"/>
                <a:cs typeface="Calibri"/>
              </a:rPr>
              <a:t>Subtitle</a:t>
            </a:r>
            <a:endParaRPr lang="en-US"/>
          </a:p>
        </p:txBody>
      </p:sp>
      <p:sp>
        <p:nvSpPr>
          <p:cNvPr id="2" name="Rectangle 1">
            <a:extLst>
              <a:ext uri="{FF2B5EF4-FFF2-40B4-BE49-F238E27FC236}">
                <a16:creationId xmlns:a16="http://schemas.microsoft.com/office/drawing/2014/main" id="{F88E56A8-D17E-8848-8C5B-EC8D2FC7921A}"/>
              </a:ext>
            </a:extLst>
          </p:cNvPr>
          <p:cNvSpPr/>
          <p:nvPr userDrawn="1"/>
        </p:nvSpPr>
        <p:spPr>
          <a:xfrm>
            <a:off x="10436087" y="6490880"/>
            <a:ext cx="129209" cy="1981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Content Placeholder 12">
            <a:extLst>
              <a:ext uri="{FF2B5EF4-FFF2-40B4-BE49-F238E27FC236}">
                <a16:creationId xmlns:a16="http://schemas.microsoft.com/office/drawing/2014/main" id="{61902A9B-4EBD-9042-9417-398D31C80DB0}"/>
              </a:ext>
            </a:extLst>
          </p:cNvPr>
          <p:cNvSpPr>
            <a:spLocks noGrp="1"/>
          </p:cNvSpPr>
          <p:nvPr>
            <p:ph sz="quarter" idx="15"/>
          </p:nvPr>
        </p:nvSpPr>
        <p:spPr>
          <a:xfrm>
            <a:off x="355509" y="1988634"/>
            <a:ext cx="5474567" cy="4327704"/>
          </a:xfrm>
          <a:prstGeom prst="rect">
            <a:avLst/>
          </a:prstGeom>
        </p:spPr>
        <p:txBody>
          <a:bodyPr/>
          <a:lstStyle>
            <a:lvl1pPr marL="274201" indent="-274201">
              <a:defRPr sz="3000"/>
            </a:lvl1pPr>
            <a:lvl2pPr marL="576072" indent="-274320">
              <a:defRPr/>
            </a:lvl2pPr>
            <a:lvl3pPr marL="868680" indent="-274320">
              <a:defRPr/>
            </a:lvl3pPr>
            <a:lvl4pPr marL="1143000" indent="-274320">
              <a:defRPr/>
            </a:lvl4pPr>
            <a:lvl5pPr marL="1435608" indent="-27432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2">
            <a:extLst>
              <a:ext uri="{FF2B5EF4-FFF2-40B4-BE49-F238E27FC236}">
                <a16:creationId xmlns:a16="http://schemas.microsoft.com/office/drawing/2014/main" id="{326E65A8-182F-624C-B231-E6CD084CC095}"/>
              </a:ext>
            </a:extLst>
          </p:cNvPr>
          <p:cNvSpPr>
            <a:spLocks noGrp="1"/>
          </p:cNvSpPr>
          <p:nvPr>
            <p:ph sz="quarter" idx="16"/>
          </p:nvPr>
        </p:nvSpPr>
        <p:spPr>
          <a:xfrm>
            <a:off x="6385193" y="1988634"/>
            <a:ext cx="5387630" cy="4327704"/>
          </a:xfrm>
          <a:prstGeom prst="rect">
            <a:avLst/>
          </a:prstGeom>
        </p:spPr>
        <p:txBody>
          <a:bodyPr/>
          <a:lstStyle>
            <a:lvl1pPr marL="274201" indent="-274201">
              <a:defRPr sz="3000"/>
            </a:lvl1pPr>
            <a:lvl2pPr marL="576072" indent="-274320">
              <a:defRPr/>
            </a:lvl2pPr>
            <a:lvl3pPr marL="868680" indent="-274320">
              <a:defRPr/>
            </a:lvl3pPr>
            <a:lvl4pPr marL="1143000" indent="-274320">
              <a:defRPr/>
            </a:lvl4pPr>
            <a:lvl5pPr marL="1435608" indent="-27432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4985913B-9067-5E4F-BEB8-B40B0526CDDE}"/>
              </a:ext>
            </a:extLst>
          </p:cNvPr>
          <p:cNvSpPr>
            <a:spLocks noGrp="1"/>
          </p:cNvSpPr>
          <p:nvPr>
            <p:ph type="ftr" sz="quarter" idx="17"/>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13" name="Slide Number Placeholder 8">
            <a:extLst>
              <a:ext uri="{FF2B5EF4-FFF2-40B4-BE49-F238E27FC236}">
                <a16:creationId xmlns:a16="http://schemas.microsoft.com/office/drawing/2014/main" id="{099EDC09-5657-6C4E-AE82-350208BA5C37}"/>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spTree>
    <p:extLst>
      <p:ext uri="{BB962C8B-B14F-4D97-AF65-F5344CB8AC3E}">
        <p14:creationId xmlns:p14="http://schemas.microsoft.com/office/powerpoint/2010/main" val="2167312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B3394856-2C64-DE43-BBDF-953266084231}"/>
              </a:ext>
            </a:extLst>
          </p:cNvPr>
          <p:cNvSpPr>
            <a:spLocks noGrp="1"/>
          </p:cNvSpPr>
          <p:nvPr>
            <p:ph type="title"/>
          </p:nvPr>
        </p:nvSpPr>
        <p:spPr>
          <a:xfrm>
            <a:off x="355509" y="96296"/>
            <a:ext cx="11400661" cy="1600406"/>
          </a:xfrm>
          <a:prstGeom prst="rect">
            <a:avLst/>
          </a:prstGeom>
        </p:spPr>
        <p:txBody>
          <a:bodyPr vert="horz" lIns="121888" tIns="60944" rIns="121888" bIns="60944" rtlCol="0" anchor="t" anchorCtr="0">
            <a:noAutofit/>
          </a:bodyPr>
          <a:lstStyle>
            <a:lvl1pPr>
              <a:defRPr sz="4000"/>
            </a:lvl1pPr>
          </a:lstStyle>
          <a:p>
            <a:r>
              <a:rPr lang="en-US"/>
              <a:t>Click to edit Master title style</a:t>
            </a:r>
          </a:p>
        </p:txBody>
      </p:sp>
      <p:sp>
        <p:nvSpPr>
          <p:cNvPr id="5" name="Footer Placeholder 4">
            <a:extLst>
              <a:ext uri="{FF2B5EF4-FFF2-40B4-BE49-F238E27FC236}">
                <a16:creationId xmlns:a16="http://schemas.microsoft.com/office/drawing/2014/main" id="{7DDE56F0-37A2-F74C-BB25-DF51CEB5FA5E}"/>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4" name="Slide Number Placeholder 8">
            <a:extLst>
              <a:ext uri="{FF2B5EF4-FFF2-40B4-BE49-F238E27FC236}">
                <a16:creationId xmlns:a16="http://schemas.microsoft.com/office/drawing/2014/main" id="{CF750018-A4D6-1844-ABEB-36F0723124EE}"/>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spTree>
    <p:extLst>
      <p:ext uri="{BB962C8B-B14F-4D97-AF65-F5344CB8AC3E}">
        <p14:creationId xmlns:p14="http://schemas.microsoft.com/office/powerpoint/2010/main" val="2802120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Sub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E966262-8B36-DB45-BCFF-E847EDF91C15}"/>
              </a:ext>
            </a:extLst>
          </p:cNvPr>
          <p:cNvSpPr>
            <a:spLocks noGrp="1"/>
          </p:cNvSpPr>
          <p:nvPr>
            <p:ph type="title"/>
          </p:nvPr>
        </p:nvSpPr>
        <p:spPr>
          <a:xfrm>
            <a:off x="355509" y="96295"/>
            <a:ext cx="11400661" cy="777240"/>
          </a:xfrm>
        </p:spPr>
        <p:txBody>
          <a:bodyPr/>
          <a:lstStyle>
            <a:lvl1pPr>
              <a:defRPr sz="4000">
                <a:solidFill>
                  <a:srgbClr val="0E3689"/>
                </a:solidFill>
              </a:defRPr>
            </a:lvl1pPr>
          </a:lstStyle>
          <a:p>
            <a:r>
              <a:rPr lang="en-US"/>
              <a:t>Click to edit Master title style</a:t>
            </a:r>
          </a:p>
        </p:txBody>
      </p:sp>
      <p:sp>
        <p:nvSpPr>
          <p:cNvPr id="7" name="Text Placeholder 9">
            <a:extLst>
              <a:ext uri="{FF2B5EF4-FFF2-40B4-BE49-F238E27FC236}">
                <a16:creationId xmlns:a16="http://schemas.microsoft.com/office/drawing/2014/main" id="{8F614E39-BA14-7D4B-8328-2FB5286D32B7}"/>
              </a:ext>
            </a:extLst>
          </p:cNvPr>
          <p:cNvSpPr>
            <a:spLocks noGrp="1"/>
          </p:cNvSpPr>
          <p:nvPr>
            <p:ph type="body" sz="quarter" idx="13" hasCustomPrompt="1"/>
          </p:nvPr>
        </p:nvSpPr>
        <p:spPr>
          <a:xfrm>
            <a:off x="368603" y="829115"/>
            <a:ext cx="11400661" cy="428625"/>
          </a:xfrm>
          <a:prstGeom prst="rect">
            <a:avLst/>
          </a:prstGeom>
        </p:spPr>
        <p:txBody>
          <a:bodyPr anchor="ctr">
            <a:noAutofit/>
          </a:bodyPr>
          <a:lstStyle>
            <a:lvl1pPr marL="0" indent="0">
              <a:buNone/>
              <a:defRPr sz="3000">
                <a:solidFill>
                  <a:schemeClr val="bg2"/>
                </a:solidFill>
              </a:defRPr>
            </a:lvl1pPr>
          </a:lstStyle>
          <a:p>
            <a:pPr lvl="0"/>
            <a:r>
              <a:rPr lang="en-US" b="1" kern="0">
                <a:solidFill>
                  <a:srgbClr val="45A8C4"/>
                </a:solidFill>
                <a:latin typeface="+mn-lt"/>
                <a:cs typeface="Calibri"/>
              </a:rPr>
              <a:t>Subtitle</a:t>
            </a:r>
            <a:endParaRPr lang="en-US"/>
          </a:p>
        </p:txBody>
      </p:sp>
      <p:sp>
        <p:nvSpPr>
          <p:cNvPr id="5" name="Footer Placeholder 4">
            <a:extLst>
              <a:ext uri="{FF2B5EF4-FFF2-40B4-BE49-F238E27FC236}">
                <a16:creationId xmlns:a16="http://schemas.microsoft.com/office/drawing/2014/main" id="{85306521-0BA2-7C48-8CAD-8B9AFEEF6816}"/>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6" name="Slide Number Placeholder 8">
            <a:extLst>
              <a:ext uri="{FF2B5EF4-FFF2-40B4-BE49-F238E27FC236}">
                <a16:creationId xmlns:a16="http://schemas.microsoft.com/office/drawing/2014/main" id="{ACCBDF1D-727A-8D40-8A82-92589DBBC3CA}"/>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spTree>
    <p:extLst>
      <p:ext uri="{BB962C8B-B14F-4D97-AF65-F5344CB8AC3E}">
        <p14:creationId xmlns:p14="http://schemas.microsoft.com/office/powerpoint/2010/main" val="4943277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7EDE752C-4DF4-1741-BE5B-60F47530E2A5}"/>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3" name="Slide Number Placeholder 8">
            <a:extLst>
              <a:ext uri="{FF2B5EF4-FFF2-40B4-BE49-F238E27FC236}">
                <a16:creationId xmlns:a16="http://schemas.microsoft.com/office/drawing/2014/main" id="{C025A1E1-D99B-A04E-A12E-D4E8E63C0B3D}"/>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spTree>
    <p:extLst>
      <p:ext uri="{BB962C8B-B14F-4D97-AF65-F5344CB8AC3E}">
        <p14:creationId xmlns:p14="http://schemas.microsoft.com/office/powerpoint/2010/main" val="7789313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D434F-28A4-C90D-E074-C805B18D7E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CA8551-726E-B0E6-1838-25DA45FBFE67}"/>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a:t>Fifth level</a:t>
            </a:r>
          </a:p>
        </p:txBody>
      </p:sp>
      <p:sp>
        <p:nvSpPr>
          <p:cNvPr id="4" name="Footer Placeholder 4">
            <a:extLst>
              <a:ext uri="{FF2B5EF4-FFF2-40B4-BE49-F238E27FC236}">
                <a16:creationId xmlns:a16="http://schemas.microsoft.com/office/drawing/2014/main" id="{7C1B9468-C20A-1D00-DDAF-667890955212}"/>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 2026 Microchip Technology Inc. and its subsidiaries</a:t>
            </a:r>
            <a:endParaRPr lang="en-US"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8548891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880165" y="2474260"/>
            <a:ext cx="6437455" cy="996522"/>
          </a:xfrm>
          <a:ln>
            <a:noFill/>
          </a:ln>
        </p:spPr>
        <p:txBody>
          <a:bodyPr anchor="b" anchorCtr="0"/>
          <a:lstStyle>
            <a:lvl1pPr algn="r">
              <a:defRPr sz="3800">
                <a:solidFill>
                  <a:srgbClr val="0E3689"/>
                </a:solidFill>
              </a:defRPr>
            </a:lvl1pPr>
          </a:lstStyle>
          <a:p>
            <a:r>
              <a:rPr lang="en-US" dirty="0"/>
              <a:t>Presentation Title</a:t>
            </a:r>
          </a:p>
        </p:txBody>
      </p:sp>
      <p:sp>
        <p:nvSpPr>
          <p:cNvPr id="4" name="Rectangle 3">
            <a:extLst>
              <a:ext uri="{FF2B5EF4-FFF2-40B4-BE49-F238E27FC236}">
                <a16:creationId xmlns:a16="http://schemas.microsoft.com/office/drawing/2014/main" id="{FF1D45AC-B80D-4805-BA4C-8776489E8022}"/>
              </a:ext>
            </a:extLst>
          </p:cNvPr>
          <p:cNvSpPr/>
          <p:nvPr userDrawn="1"/>
        </p:nvSpPr>
        <p:spPr>
          <a:xfrm>
            <a:off x="9411530" y="6331942"/>
            <a:ext cx="2777297" cy="5260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21893" tIns="60947" rIns="121893" bIns="60947" rtlCol="0" anchor="ctr"/>
          <a:lstStyle/>
          <a:p>
            <a:pPr algn="ctr"/>
            <a:endParaRPr lang="en-US" dirty="0"/>
          </a:p>
        </p:txBody>
      </p:sp>
      <p:cxnSp>
        <p:nvCxnSpPr>
          <p:cNvPr id="8" name="Straight Connector 7">
            <a:extLst>
              <a:ext uri="{FF2B5EF4-FFF2-40B4-BE49-F238E27FC236}">
                <a16:creationId xmlns:a16="http://schemas.microsoft.com/office/drawing/2014/main" id="{1ACBDA27-1F54-4C50-8D76-28815B58BDC3}"/>
              </a:ext>
            </a:extLst>
          </p:cNvPr>
          <p:cNvCxnSpPr/>
          <p:nvPr userDrawn="1"/>
        </p:nvCxnSpPr>
        <p:spPr>
          <a:xfrm>
            <a:off x="7552849" y="2666723"/>
            <a:ext cx="0" cy="835152"/>
          </a:xfrm>
          <a:prstGeom prst="line">
            <a:avLst/>
          </a:prstGeom>
          <a:ln w="12700" cmpd="sng">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CEB7A8E4-4917-4A3E-8E2F-D070BB4D10DE}"/>
              </a:ext>
            </a:extLst>
          </p:cNvPr>
          <p:cNvSpPr txBox="1"/>
          <p:nvPr userDrawn="1"/>
        </p:nvSpPr>
        <p:spPr>
          <a:xfrm>
            <a:off x="4067363" y="3799832"/>
            <a:ext cx="7411397" cy="387772"/>
          </a:xfrm>
          <a:prstGeom prst="rect">
            <a:avLst/>
          </a:prstGeom>
          <a:noFill/>
        </p:spPr>
        <p:txBody>
          <a:bodyPr wrap="none" lIns="121893" tIns="60947" rIns="121893" bIns="60947" rtlCol="0">
            <a:spAutoFit/>
          </a:bodyPr>
          <a:lstStyle/>
          <a:p>
            <a:pPr algn="r"/>
            <a:r>
              <a:rPr lang="en-US" sz="1720" dirty="0">
                <a:solidFill>
                  <a:srgbClr val="1D9CE4"/>
                </a:solidFill>
                <a:latin typeface="Calibri Light" panose="020F0302020204030204" pitchFamily="34" charset="0"/>
                <a:cs typeface="Calibri Light" panose="020F0302020204030204" pitchFamily="34" charset="0"/>
              </a:rPr>
              <a:t>A Leading Provider of Smart, Connected and Secure Embedded Control Solutions </a:t>
            </a:r>
          </a:p>
        </p:txBody>
      </p:sp>
      <p:cxnSp>
        <p:nvCxnSpPr>
          <p:cNvPr id="23" name="Straight Connector 22">
            <a:extLst>
              <a:ext uri="{FF2B5EF4-FFF2-40B4-BE49-F238E27FC236}">
                <a16:creationId xmlns:a16="http://schemas.microsoft.com/office/drawing/2014/main" id="{1ACBDA27-1F54-4C50-8D76-28815B58BDC3}"/>
              </a:ext>
            </a:extLst>
          </p:cNvPr>
          <p:cNvCxnSpPr/>
          <p:nvPr userDrawn="1"/>
        </p:nvCxnSpPr>
        <p:spPr>
          <a:xfrm flipH="1">
            <a:off x="3410606" y="3724987"/>
            <a:ext cx="7909168" cy="0"/>
          </a:xfrm>
          <a:prstGeom prst="line">
            <a:avLst/>
          </a:prstGeom>
          <a:ln w="12700" cmpd="sng">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28" name="Text Placeholder 27">
            <a:extLst>
              <a:ext uri="{FF2B5EF4-FFF2-40B4-BE49-F238E27FC236}">
                <a16:creationId xmlns:a16="http://schemas.microsoft.com/office/drawing/2014/main" id="{599BB76E-0E67-7C41-9AEC-8C75006E4449}"/>
              </a:ext>
            </a:extLst>
          </p:cNvPr>
          <p:cNvSpPr>
            <a:spLocks noGrp="1"/>
          </p:cNvSpPr>
          <p:nvPr>
            <p:ph type="body" sz="quarter" idx="12" hasCustomPrompt="1"/>
          </p:nvPr>
        </p:nvSpPr>
        <p:spPr>
          <a:xfrm>
            <a:off x="4935143" y="6123667"/>
            <a:ext cx="6419850" cy="252110"/>
          </a:xfrm>
          <a:prstGeom prst="rect">
            <a:avLst/>
          </a:prstGeom>
        </p:spPr>
        <p:txBody>
          <a:bodyPr lIns="182880" tIns="0" rIns="0" anchor="t" anchorCtr="0">
            <a:noAutofit/>
          </a:bodyPr>
          <a:lstStyle>
            <a:lvl1pPr marL="0" indent="0" algn="r">
              <a:buNone/>
              <a:defRPr sz="2200" b="0">
                <a:solidFill>
                  <a:srgbClr val="1D9CE4"/>
                </a:solidFill>
              </a:defRPr>
            </a:lvl1pPr>
          </a:lstStyle>
          <a:p>
            <a:pPr lvl="0"/>
            <a:r>
              <a:rPr lang="en-US" dirty="0"/>
              <a:t>Date</a:t>
            </a:r>
          </a:p>
        </p:txBody>
      </p:sp>
      <p:sp>
        <p:nvSpPr>
          <p:cNvPr id="35" name="Text Placeholder 34">
            <a:extLst>
              <a:ext uri="{FF2B5EF4-FFF2-40B4-BE49-F238E27FC236}">
                <a16:creationId xmlns:a16="http://schemas.microsoft.com/office/drawing/2014/main" id="{B2D92EAD-7B52-0549-B90C-8F01DFF1E684}"/>
              </a:ext>
            </a:extLst>
          </p:cNvPr>
          <p:cNvSpPr>
            <a:spLocks noGrp="1"/>
          </p:cNvSpPr>
          <p:nvPr>
            <p:ph type="body" sz="quarter" idx="13" hasCustomPrompt="1"/>
          </p:nvPr>
        </p:nvSpPr>
        <p:spPr>
          <a:xfrm>
            <a:off x="4935142" y="5763412"/>
            <a:ext cx="6420245" cy="314325"/>
          </a:xfrm>
          <a:prstGeom prst="rect">
            <a:avLst/>
          </a:prstGeom>
        </p:spPr>
        <p:txBody>
          <a:bodyPr rIns="0" bIns="0" anchor="b" anchorCtr="0">
            <a:noAutofit/>
          </a:bodyPr>
          <a:lstStyle>
            <a:lvl1pPr marL="0" indent="0" algn="r">
              <a:lnSpc>
                <a:spcPts val="2340"/>
              </a:lnSpc>
              <a:buNone/>
              <a:defRPr sz="2200">
                <a:solidFill>
                  <a:schemeClr val="accent1"/>
                </a:solidFill>
              </a:defRPr>
            </a:lvl1pPr>
          </a:lstStyle>
          <a:p>
            <a:pPr lvl="0"/>
            <a:r>
              <a:rPr lang="en-US" dirty="0"/>
              <a:t>Presented by</a:t>
            </a:r>
          </a:p>
        </p:txBody>
      </p:sp>
      <p:pic>
        <p:nvPicPr>
          <p:cNvPr id="10" name="Picture 9" descr="SCS-015.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06255" y="5139766"/>
            <a:ext cx="1630420" cy="1630420"/>
          </a:xfrm>
          <a:prstGeom prst="rect">
            <a:avLst/>
          </a:prstGeom>
        </p:spPr>
      </p:pic>
      <p:pic>
        <p:nvPicPr>
          <p:cNvPr id="12" name="Picture 11" descr="MCHP-logo.jp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61621" y="2635935"/>
            <a:ext cx="3584711" cy="902767"/>
          </a:xfrm>
          <a:prstGeom prst="rect">
            <a:avLst/>
          </a:prstGeom>
        </p:spPr>
      </p:pic>
    </p:spTree>
    <p:extLst>
      <p:ext uri="{BB962C8B-B14F-4D97-AF65-F5344CB8AC3E}">
        <p14:creationId xmlns:p14="http://schemas.microsoft.com/office/powerpoint/2010/main" val="34678291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0606" y="2034289"/>
            <a:ext cx="7909168" cy="1591386"/>
          </a:xfrm>
        </p:spPr>
        <p:txBody>
          <a:bodyPr anchor="b" anchorCtr="0"/>
          <a:lstStyle>
            <a:lvl1pPr algn="r">
              <a:defRPr sz="5300" b="1" cap="none" baseline="0">
                <a:solidFill>
                  <a:srgbClr val="0E3689"/>
                </a:solidFill>
              </a:defRPr>
            </a:lvl1pPr>
          </a:lstStyle>
          <a:p>
            <a:r>
              <a:rPr lang="en-US" dirty="0"/>
              <a:t>Section Title</a:t>
            </a:r>
          </a:p>
        </p:txBody>
      </p:sp>
      <p:sp>
        <p:nvSpPr>
          <p:cNvPr id="3" name="Text Placeholder 2"/>
          <p:cNvSpPr>
            <a:spLocks noGrp="1"/>
          </p:cNvSpPr>
          <p:nvPr>
            <p:ph type="body" idx="1" hasCustomPrompt="1"/>
          </p:nvPr>
        </p:nvSpPr>
        <p:spPr>
          <a:xfrm>
            <a:off x="3410606" y="3824300"/>
            <a:ext cx="7909168" cy="1018627"/>
          </a:xfrm>
          <a:prstGeom prst="rect">
            <a:avLst/>
          </a:prstGeom>
        </p:spPr>
        <p:txBody>
          <a:bodyPr anchor="t" anchorCtr="0">
            <a:noAutofit/>
          </a:bodyPr>
          <a:lstStyle>
            <a:lvl1pPr marL="0" indent="0" algn="r">
              <a:buNone/>
              <a:defRPr sz="2700" b="0">
                <a:solidFill>
                  <a:srgbClr val="1D9CE4"/>
                </a:solidFill>
              </a:defRPr>
            </a:lvl1pPr>
            <a:lvl2pPr marL="609443" indent="0">
              <a:buNone/>
              <a:defRPr sz="2400">
                <a:solidFill>
                  <a:schemeClr val="tx1">
                    <a:tint val="75000"/>
                  </a:schemeClr>
                </a:solidFill>
              </a:defRPr>
            </a:lvl2pPr>
            <a:lvl3pPr marL="1218885" indent="0">
              <a:buNone/>
              <a:defRPr sz="2100">
                <a:solidFill>
                  <a:schemeClr val="tx1">
                    <a:tint val="75000"/>
                  </a:schemeClr>
                </a:solidFill>
              </a:defRPr>
            </a:lvl3pPr>
            <a:lvl4pPr marL="1828328" indent="0">
              <a:buNone/>
              <a:defRPr sz="1900">
                <a:solidFill>
                  <a:schemeClr val="tx1">
                    <a:tint val="75000"/>
                  </a:schemeClr>
                </a:solidFill>
              </a:defRPr>
            </a:lvl4pPr>
            <a:lvl5pPr marL="2437771" indent="0">
              <a:buNone/>
              <a:defRPr sz="1900">
                <a:solidFill>
                  <a:schemeClr val="tx1">
                    <a:tint val="75000"/>
                  </a:schemeClr>
                </a:solidFill>
              </a:defRPr>
            </a:lvl5pPr>
            <a:lvl6pPr marL="3047213" indent="0">
              <a:buNone/>
              <a:defRPr sz="1900">
                <a:solidFill>
                  <a:schemeClr val="tx1">
                    <a:tint val="75000"/>
                  </a:schemeClr>
                </a:solidFill>
              </a:defRPr>
            </a:lvl6pPr>
            <a:lvl7pPr marL="3656656" indent="0">
              <a:buNone/>
              <a:defRPr sz="1900">
                <a:solidFill>
                  <a:schemeClr val="tx1">
                    <a:tint val="75000"/>
                  </a:schemeClr>
                </a:solidFill>
              </a:defRPr>
            </a:lvl7pPr>
            <a:lvl8pPr marL="4266097" indent="0">
              <a:buNone/>
              <a:defRPr sz="1900">
                <a:solidFill>
                  <a:schemeClr val="tx1">
                    <a:tint val="75000"/>
                  </a:schemeClr>
                </a:solidFill>
              </a:defRPr>
            </a:lvl8pPr>
            <a:lvl9pPr marL="4875541" indent="0">
              <a:buNone/>
              <a:defRPr sz="1900">
                <a:solidFill>
                  <a:schemeClr val="tx1">
                    <a:tint val="75000"/>
                  </a:schemeClr>
                </a:solidFill>
              </a:defRPr>
            </a:lvl9pPr>
          </a:lstStyle>
          <a:p>
            <a:pPr lvl="0"/>
            <a:r>
              <a:rPr lang="en-US" dirty="0"/>
              <a:t>Section Subtitle</a:t>
            </a:r>
          </a:p>
        </p:txBody>
      </p:sp>
      <p:cxnSp>
        <p:nvCxnSpPr>
          <p:cNvPr id="5" name="Straight Connector 4">
            <a:extLst>
              <a:ext uri="{FF2B5EF4-FFF2-40B4-BE49-F238E27FC236}">
                <a16:creationId xmlns:a16="http://schemas.microsoft.com/office/drawing/2014/main" id="{21D51101-8690-2A4A-89F5-D13814AF99A1}"/>
              </a:ext>
            </a:extLst>
          </p:cNvPr>
          <p:cNvCxnSpPr/>
          <p:nvPr userDrawn="1"/>
        </p:nvCxnSpPr>
        <p:spPr>
          <a:xfrm flipH="1">
            <a:off x="3410606" y="3724987"/>
            <a:ext cx="7909168" cy="0"/>
          </a:xfrm>
          <a:prstGeom prst="line">
            <a:avLst/>
          </a:prstGeom>
          <a:ln w="12700" cmpd="sng">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20010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CAEC6540-64C7-9747-877E-6D8504F5DE51}"/>
              </a:ext>
            </a:extLst>
          </p:cNvPr>
          <p:cNvSpPr>
            <a:spLocks noGrp="1"/>
          </p:cNvSpPr>
          <p:nvPr>
            <p:ph type="title"/>
          </p:nvPr>
        </p:nvSpPr>
        <p:spPr>
          <a:xfrm>
            <a:off x="355509" y="96296"/>
            <a:ext cx="11400661" cy="777240"/>
          </a:xfrm>
          <a:prstGeom prst="rect">
            <a:avLst/>
          </a:prstGeom>
        </p:spPr>
        <p:txBody>
          <a:bodyPr vert="horz" lIns="121888" tIns="60944" rIns="121888" bIns="60944" rtlCol="0" anchor="t" anchorCtr="0">
            <a:noAutofit/>
          </a:bodyPr>
          <a:lstStyle>
            <a:lvl1pPr>
              <a:defRPr sz="4400"/>
            </a:lvl1pPr>
          </a:lstStyle>
          <a:p>
            <a:r>
              <a:rPr lang="en-US" dirty="0"/>
              <a:t>Click to edit Master title</a:t>
            </a:r>
          </a:p>
        </p:txBody>
      </p:sp>
      <p:sp>
        <p:nvSpPr>
          <p:cNvPr id="13" name="Content Placeholder 12">
            <a:extLst>
              <a:ext uri="{FF2B5EF4-FFF2-40B4-BE49-F238E27FC236}">
                <a16:creationId xmlns:a16="http://schemas.microsoft.com/office/drawing/2014/main" id="{986DAD2F-D448-354C-9ACF-03ED78E9AF94}"/>
              </a:ext>
            </a:extLst>
          </p:cNvPr>
          <p:cNvSpPr>
            <a:spLocks noGrp="1"/>
          </p:cNvSpPr>
          <p:nvPr>
            <p:ph sz="quarter" idx="13"/>
          </p:nvPr>
        </p:nvSpPr>
        <p:spPr>
          <a:xfrm>
            <a:off x="354778" y="923073"/>
            <a:ext cx="11400660" cy="5385963"/>
          </a:xfrm>
          <a:prstGeom prst="rect">
            <a:avLst/>
          </a:prstGeom>
        </p:spPr>
        <p:txBody>
          <a:bodyPr/>
          <a:lstStyle>
            <a:lvl1pPr marL="274201" indent="-274201">
              <a:defRPr sz="3200"/>
            </a:lvl1pPr>
            <a:lvl2pPr marL="576072" indent="-274320">
              <a:defRPr sz="2800"/>
            </a:lvl2pPr>
            <a:lvl3pPr marL="868680" indent="-274320">
              <a:defRPr sz="2400"/>
            </a:lvl3pPr>
            <a:lvl4pPr marL="1143000" indent="-274320">
              <a:defRPr sz="2000"/>
            </a:lvl4pPr>
            <a:lvl5pPr marL="1435608" indent="-274320">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a:extLst>
              <a:ext uri="{FF2B5EF4-FFF2-40B4-BE49-F238E27FC236}">
                <a16:creationId xmlns:a16="http://schemas.microsoft.com/office/drawing/2014/main" id="{48344651-9BC3-804A-ABEF-ABD80FF3CEB8}"/>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 2026 Microchip Technology Inc. and its subsidiaries</a:t>
            </a:r>
            <a:endParaRPr lang="en-US"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8731408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B9BB9-8088-1B4E-AA38-17BC94EF144E}"/>
              </a:ext>
            </a:extLst>
          </p:cNvPr>
          <p:cNvSpPr>
            <a:spLocks noGrp="1"/>
          </p:cNvSpPr>
          <p:nvPr>
            <p:ph type="title"/>
          </p:nvPr>
        </p:nvSpPr>
        <p:spPr>
          <a:xfrm>
            <a:off x="355509" y="96295"/>
            <a:ext cx="11400661" cy="777240"/>
          </a:xfrm>
        </p:spPr>
        <p:txBody>
          <a:bodyPr/>
          <a:lstStyle/>
          <a:p>
            <a:r>
              <a:rPr lang="en-US" dirty="0"/>
              <a:t>Click to edit Master title</a:t>
            </a:r>
          </a:p>
        </p:txBody>
      </p:sp>
      <p:sp>
        <p:nvSpPr>
          <p:cNvPr id="10" name="Text Placeholder 9">
            <a:extLst>
              <a:ext uri="{FF2B5EF4-FFF2-40B4-BE49-F238E27FC236}">
                <a16:creationId xmlns:a16="http://schemas.microsoft.com/office/drawing/2014/main" id="{B5F3DB77-FEA1-E44C-9C5F-88B2D4B5D283}"/>
              </a:ext>
            </a:extLst>
          </p:cNvPr>
          <p:cNvSpPr>
            <a:spLocks noGrp="1"/>
          </p:cNvSpPr>
          <p:nvPr>
            <p:ph type="body" sz="quarter" idx="13" hasCustomPrompt="1"/>
          </p:nvPr>
        </p:nvSpPr>
        <p:spPr>
          <a:xfrm>
            <a:off x="368603" y="831986"/>
            <a:ext cx="11400661" cy="428625"/>
          </a:xfrm>
          <a:prstGeom prst="rect">
            <a:avLst/>
          </a:prstGeom>
        </p:spPr>
        <p:txBody>
          <a:bodyPr anchor="ctr">
            <a:noAutofit/>
          </a:bodyPr>
          <a:lstStyle>
            <a:lvl1pPr marL="0" indent="0">
              <a:buNone/>
              <a:defRPr>
                <a:solidFill>
                  <a:srgbClr val="1D9CE4"/>
                </a:solidFill>
              </a:defRPr>
            </a:lvl1pPr>
          </a:lstStyle>
          <a:p>
            <a:pPr lvl="0"/>
            <a:r>
              <a:rPr lang="en-US" b="1" kern="0" dirty="0">
                <a:solidFill>
                  <a:srgbClr val="45A8C4"/>
                </a:solidFill>
                <a:latin typeface="+mn-lt"/>
                <a:cs typeface="Calibri"/>
              </a:rPr>
              <a:t>Subtitle</a:t>
            </a:r>
            <a:endParaRPr lang="en-US" dirty="0"/>
          </a:p>
        </p:txBody>
      </p:sp>
      <p:sp>
        <p:nvSpPr>
          <p:cNvPr id="6" name="Content Placeholder 12">
            <a:extLst>
              <a:ext uri="{FF2B5EF4-FFF2-40B4-BE49-F238E27FC236}">
                <a16:creationId xmlns:a16="http://schemas.microsoft.com/office/drawing/2014/main" id="{955162B4-304F-5841-8C1A-37D23DCFC924}"/>
              </a:ext>
            </a:extLst>
          </p:cNvPr>
          <p:cNvSpPr>
            <a:spLocks noGrp="1"/>
          </p:cNvSpPr>
          <p:nvPr>
            <p:ph sz="quarter" idx="15"/>
          </p:nvPr>
        </p:nvSpPr>
        <p:spPr>
          <a:xfrm>
            <a:off x="355509" y="1403852"/>
            <a:ext cx="11400660" cy="4905184"/>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a:extLst>
              <a:ext uri="{FF2B5EF4-FFF2-40B4-BE49-F238E27FC236}">
                <a16:creationId xmlns:a16="http://schemas.microsoft.com/office/drawing/2014/main" id="{DC4207E9-C13E-1647-9F09-C18700780875}"/>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 2026 Microchip Technology Inc. and its subsidiaries</a:t>
            </a:r>
            <a:endParaRPr lang="en-US"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4081180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Line Title and Content">
    <p:spTree>
      <p:nvGrpSpPr>
        <p:cNvPr id="1" name=""/>
        <p:cNvGrpSpPr/>
        <p:nvPr/>
      </p:nvGrpSpPr>
      <p:grpSpPr>
        <a:xfrm>
          <a:off x="0" y="0"/>
          <a:ext cx="0" cy="0"/>
          <a:chOff x="0" y="0"/>
          <a:chExt cx="0" cy="0"/>
        </a:xfrm>
      </p:grpSpPr>
      <p:sp>
        <p:nvSpPr>
          <p:cNvPr id="6" name="Content Placeholder 12">
            <a:extLst>
              <a:ext uri="{FF2B5EF4-FFF2-40B4-BE49-F238E27FC236}">
                <a16:creationId xmlns:a16="http://schemas.microsoft.com/office/drawing/2014/main" id="{955162B4-304F-5841-8C1A-37D23DCFC924}"/>
              </a:ext>
            </a:extLst>
          </p:cNvPr>
          <p:cNvSpPr>
            <a:spLocks noGrp="1"/>
          </p:cNvSpPr>
          <p:nvPr>
            <p:ph sz="quarter" idx="15"/>
          </p:nvPr>
        </p:nvSpPr>
        <p:spPr>
          <a:xfrm>
            <a:off x="355509" y="1626375"/>
            <a:ext cx="11400660" cy="4664076"/>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Placeholder 1">
            <a:extLst>
              <a:ext uri="{FF2B5EF4-FFF2-40B4-BE49-F238E27FC236}">
                <a16:creationId xmlns:a16="http://schemas.microsoft.com/office/drawing/2014/main" id="{098AAA9D-2041-3B4F-8508-758963B7970D}"/>
              </a:ext>
            </a:extLst>
          </p:cNvPr>
          <p:cNvSpPr>
            <a:spLocks noGrp="1"/>
          </p:cNvSpPr>
          <p:nvPr>
            <p:ph type="title"/>
          </p:nvPr>
        </p:nvSpPr>
        <p:spPr>
          <a:xfrm>
            <a:off x="355509" y="96296"/>
            <a:ext cx="11400661" cy="1489280"/>
          </a:xfrm>
          <a:prstGeom prst="rect">
            <a:avLst/>
          </a:prstGeom>
        </p:spPr>
        <p:txBody>
          <a:bodyPr vert="horz" lIns="121888" tIns="60944" rIns="121888" bIns="60944" rtlCol="0" anchor="t" anchorCtr="0">
            <a:noAutofit/>
          </a:bodyPr>
          <a:lstStyle/>
          <a:p>
            <a:r>
              <a:rPr lang="en-US" dirty="0"/>
              <a:t>Click to edit Master title</a:t>
            </a:r>
          </a:p>
        </p:txBody>
      </p:sp>
      <p:sp>
        <p:nvSpPr>
          <p:cNvPr id="5" name="Footer Placeholder 4">
            <a:extLst>
              <a:ext uri="{FF2B5EF4-FFF2-40B4-BE49-F238E27FC236}">
                <a16:creationId xmlns:a16="http://schemas.microsoft.com/office/drawing/2014/main" id="{516A6C8C-5670-1242-B987-55F42BAD97D1}"/>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 2026 Microchip Technology Inc. and its subsidiaries</a:t>
            </a:r>
            <a:endParaRPr lang="en-US"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1009165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14ABC63-0F02-3D4C-B5A8-224D9EF04437}"/>
              </a:ext>
            </a:extLst>
          </p:cNvPr>
          <p:cNvSpPr>
            <a:spLocks noGrp="1"/>
          </p:cNvSpPr>
          <p:nvPr>
            <p:ph type="title"/>
          </p:nvPr>
        </p:nvSpPr>
        <p:spPr>
          <a:xfrm>
            <a:off x="355509" y="96297"/>
            <a:ext cx="11400661" cy="777240"/>
          </a:xfrm>
        </p:spPr>
        <p:txBody>
          <a:bodyPr/>
          <a:lstStyle/>
          <a:p>
            <a:r>
              <a:rPr lang="en-US" dirty="0"/>
              <a:t>Click to edit Master title</a:t>
            </a:r>
          </a:p>
        </p:txBody>
      </p:sp>
      <p:sp>
        <p:nvSpPr>
          <p:cNvPr id="7" name="Content Placeholder 12">
            <a:extLst>
              <a:ext uri="{FF2B5EF4-FFF2-40B4-BE49-F238E27FC236}">
                <a16:creationId xmlns:a16="http://schemas.microsoft.com/office/drawing/2014/main" id="{2EFF8C43-59A6-4644-B04E-6AE187BD55D1}"/>
              </a:ext>
            </a:extLst>
          </p:cNvPr>
          <p:cNvSpPr>
            <a:spLocks noGrp="1"/>
          </p:cNvSpPr>
          <p:nvPr>
            <p:ph sz="quarter" idx="15"/>
          </p:nvPr>
        </p:nvSpPr>
        <p:spPr>
          <a:xfrm>
            <a:off x="355509" y="929269"/>
            <a:ext cx="5505846" cy="5374679"/>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2">
            <a:extLst>
              <a:ext uri="{FF2B5EF4-FFF2-40B4-BE49-F238E27FC236}">
                <a16:creationId xmlns:a16="http://schemas.microsoft.com/office/drawing/2014/main" id="{69F5C3FF-72D2-604B-A6AF-63E081CA68F8}"/>
              </a:ext>
            </a:extLst>
          </p:cNvPr>
          <p:cNvSpPr>
            <a:spLocks noGrp="1"/>
          </p:cNvSpPr>
          <p:nvPr>
            <p:ph sz="quarter" idx="16"/>
          </p:nvPr>
        </p:nvSpPr>
        <p:spPr>
          <a:xfrm>
            <a:off x="6250324" y="929270"/>
            <a:ext cx="5505846" cy="5374678"/>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4">
            <a:extLst>
              <a:ext uri="{FF2B5EF4-FFF2-40B4-BE49-F238E27FC236}">
                <a16:creationId xmlns:a16="http://schemas.microsoft.com/office/drawing/2014/main" id="{3872A14E-E83F-9541-B766-352B85366E62}"/>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 2026 Microchip Technology Inc. and its subsidiaries</a:t>
            </a:r>
            <a:endParaRPr lang="en-US"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5342219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 Subtitle">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14ABC63-0F02-3D4C-B5A8-224D9EF04437}"/>
              </a:ext>
            </a:extLst>
          </p:cNvPr>
          <p:cNvSpPr>
            <a:spLocks noGrp="1"/>
          </p:cNvSpPr>
          <p:nvPr>
            <p:ph type="title"/>
          </p:nvPr>
        </p:nvSpPr>
        <p:spPr>
          <a:xfrm>
            <a:off x="355509" y="96297"/>
            <a:ext cx="11400661" cy="777240"/>
          </a:xfrm>
        </p:spPr>
        <p:txBody>
          <a:bodyPr>
            <a:noAutofit/>
          </a:bodyPr>
          <a:lstStyle/>
          <a:p>
            <a:r>
              <a:rPr lang="en-US" dirty="0"/>
              <a:t>Click to edit Master title</a:t>
            </a:r>
          </a:p>
        </p:txBody>
      </p:sp>
      <p:sp>
        <p:nvSpPr>
          <p:cNvPr id="6" name="Text Placeholder 9">
            <a:extLst>
              <a:ext uri="{FF2B5EF4-FFF2-40B4-BE49-F238E27FC236}">
                <a16:creationId xmlns:a16="http://schemas.microsoft.com/office/drawing/2014/main" id="{EF0C5114-81F0-6D40-9DA2-1EA66CC7C6BC}"/>
              </a:ext>
            </a:extLst>
          </p:cNvPr>
          <p:cNvSpPr>
            <a:spLocks noGrp="1"/>
          </p:cNvSpPr>
          <p:nvPr>
            <p:ph type="body" sz="quarter" idx="13" hasCustomPrompt="1"/>
          </p:nvPr>
        </p:nvSpPr>
        <p:spPr>
          <a:xfrm>
            <a:off x="368603" y="831986"/>
            <a:ext cx="11400661" cy="428625"/>
          </a:xfrm>
          <a:prstGeom prst="rect">
            <a:avLst/>
          </a:prstGeom>
        </p:spPr>
        <p:txBody>
          <a:bodyPr anchor="ctr">
            <a:noAutofit/>
          </a:bodyPr>
          <a:lstStyle>
            <a:lvl1pPr marL="0" indent="0">
              <a:buNone/>
              <a:defRPr>
                <a:solidFill>
                  <a:srgbClr val="1D9CE4"/>
                </a:solidFill>
              </a:defRPr>
            </a:lvl1pPr>
          </a:lstStyle>
          <a:p>
            <a:pPr lvl="0"/>
            <a:r>
              <a:rPr lang="en-US" b="1" kern="0" dirty="0">
                <a:solidFill>
                  <a:srgbClr val="45A8C4"/>
                </a:solidFill>
                <a:latin typeface="+mn-lt"/>
                <a:cs typeface="Calibri"/>
              </a:rPr>
              <a:t>Subtitle</a:t>
            </a:r>
            <a:endParaRPr lang="en-US" dirty="0"/>
          </a:p>
        </p:txBody>
      </p:sp>
      <p:sp>
        <p:nvSpPr>
          <p:cNvPr id="10" name="Content Placeholder 12">
            <a:extLst>
              <a:ext uri="{FF2B5EF4-FFF2-40B4-BE49-F238E27FC236}">
                <a16:creationId xmlns:a16="http://schemas.microsoft.com/office/drawing/2014/main" id="{4354C555-752C-5946-99B7-1752C8A6C9F8}"/>
              </a:ext>
            </a:extLst>
          </p:cNvPr>
          <p:cNvSpPr>
            <a:spLocks noGrp="1"/>
          </p:cNvSpPr>
          <p:nvPr>
            <p:ph sz="quarter" idx="15"/>
          </p:nvPr>
        </p:nvSpPr>
        <p:spPr>
          <a:xfrm>
            <a:off x="352454" y="1408545"/>
            <a:ext cx="5505846" cy="4907794"/>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2">
            <a:extLst>
              <a:ext uri="{FF2B5EF4-FFF2-40B4-BE49-F238E27FC236}">
                <a16:creationId xmlns:a16="http://schemas.microsoft.com/office/drawing/2014/main" id="{B1B5C683-E8CE-5447-B10F-1FA96B9838C5}"/>
              </a:ext>
            </a:extLst>
          </p:cNvPr>
          <p:cNvSpPr>
            <a:spLocks noGrp="1"/>
          </p:cNvSpPr>
          <p:nvPr>
            <p:ph sz="quarter" idx="16"/>
          </p:nvPr>
        </p:nvSpPr>
        <p:spPr>
          <a:xfrm>
            <a:off x="6250324" y="1408546"/>
            <a:ext cx="5505846" cy="4907794"/>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a:extLst>
              <a:ext uri="{FF2B5EF4-FFF2-40B4-BE49-F238E27FC236}">
                <a16:creationId xmlns:a16="http://schemas.microsoft.com/office/drawing/2014/main" id="{B9F735E5-BB03-E141-8FE5-6E137A04C796}"/>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 2026 Microchip Technology Inc. and its subsidiaries</a:t>
            </a:r>
            <a:endParaRPr lang="en-US"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4822071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55507" y="923075"/>
            <a:ext cx="5474569" cy="567713"/>
          </a:xfrm>
          <a:prstGeom prst="rect">
            <a:avLst/>
          </a:prstGeom>
        </p:spPr>
        <p:txBody>
          <a:bodyPr anchor="b">
            <a:normAutofit/>
          </a:bodyPr>
          <a:lstStyle>
            <a:lvl1pPr marL="0" indent="0">
              <a:buNone/>
              <a:defRPr sz="2800" b="1" i="0" u="sng">
                <a:solidFill>
                  <a:schemeClr val="accent1"/>
                </a:solidFill>
              </a:defRPr>
            </a:lvl1pPr>
            <a:lvl2pPr marL="609443" indent="0">
              <a:buNone/>
              <a:defRPr sz="2700" b="1"/>
            </a:lvl2pPr>
            <a:lvl3pPr marL="1218885" indent="0">
              <a:buNone/>
              <a:defRPr sz="2400" b="1"/>
            </a:lvl3pPr>
            <a:lvl4pPr marL="1828328" indent="0">
              <a:buNone/>
              <a:defRPr sz="2100" b="1"/>
            </a:lvl4pPr>
            <a:lvl5pPr marL="2437771" indent="0">
              <a:buNone/>
              <a:defRPr sz="2100" b="1"/>
            </a:lvl5pPr>
            <a:lvl6pPr marL="3047213" indent="0">
              <a:buNone/>
              <a:defRPr sz="2100" b="1"/>
            </a:lvl6pPr>
            <a:lvl7pPr marL="3656656" indent="0">
              <a:buNone/>
              <a:defRPr sz="2100" b="1"/>
            </a:lvl7pPr>
            <a:lvl8pPr marL="4266097" indent="0">
              <a:buNone/>
              <a:defRPr sz="2100" b="1"/>
            </a:lvl8pPr>
            <a:lvl9pPr marL="4875541" indent="0">
              <a:buNone/>
              <a:defRPr sz="2100" b="1"/>
            </a:lvl9pPr>
          </a:lstStyle>
          <a:p>
            <a:pPr lvl="0"/>
            <a:r>
              <a:rPr lang="en-US" dirty="0"/>
              <a:t>Click to edit Master text styles</a:t>
            </a:r>
          </a:p>
        </p:txBody>
      </p:sp>
      <p:sp>
        <p:nvSpPr>
          <p:cNvPr id="5" name="Text Placeholder 4"/>
          <p:cNvSpPr>
            <a:spLocks noGrp="1"/>
          </p:cNvSpPr>
          <p:nvPr>
            <p:ph type="body" sz="quarter" idx="3" hasCustomPrompt="1"/>
          </p:nvPr>
        </p:nvSpPr>
        <p:spPr>
          <a:xfrm>
            <a:off x="6385192" y="941660"/>
            <a:ext cx="5387630" cy="567714"/>
          </a:xfrm>
          <a:prstGeom prst="rect">
            <a:avLst/>
          </a:prstGeom>
        </p:spPr>
        <p:txBody>
          <a:bodyPr anchor="b">
            <a:normAutofit/>
          </a:bodyPr>
          <a:lstStyle>
            <a:lvl1pPr marL="0" indent="0">
              <a:buNone/>
              <a:defRPr sz="2800" b="1" u="sng">
                <a:solidFill>
                  <a:schemeClr val="accent1"/>
                </a:solidFill>
              </a:defRPr>
            </a:lvl1pPr>
            <a:lvl2pPr marL="609443" indent="0">
              <a:buNone/>
              <a:defRPr sz="2700" b="1"/>
            </a:lvl2pPr>
            <a:lvl3pPr marL="1218885" indent="0">
              <a:buNone/>
              <a:defRPr sz="2400" b="1"/>
            </a:lvl3pPr>
            <a:lvl4pPr marL="1828328" indent="0">
              <a:buNone/>
              <a:defRPr sz="2100" b="1"/>
            </a:lvl4pPr>
            <a:lvl5pPr marL="2437771" indent="0">
              <a:buNone/>
              <a:defRPr sz="2100" b="1"/>
            </a:lvl5pPr>
            <a:lvl6pPr marL="3047213" indent="0">
              <a:buNone/>
              <a:defRPr sz="2100" b="1"/>
            </a:lvl6pPr>
            <a:lvl7pPr marL="3656656" indent="0">
              <a:buNone/>
              <a:defRPr sz="2100" b="1"/>
            </a:lvl7pPr>
            <a:lvl8pPr marL="4266097" indent="0">
              <a:buNone/>
              <a:defRPr sz="2100" b="1"/>
            </a:lvl8pPr>
            <a:lvl9pPr marL="4875541" indent="0">
              <a:buNone/>
              <a:defRPr sz="2100" b="1"/>
            </a:lvl9pPr>
          </a:lstStyle>
          <a:p>
            <a:pPr lvl="0"/>
            <a:r>
              <a:rPr lang="en-US" dirty="0"/>
              <a:t>Click to edit Master text styles.</a:t>
            </a:r>
          </a:p>
        </p:txBody>
      </p:sp>
      <p:sp>
        <p:nvSpPr>
          <p:cNvPr id="11" name="Title 1">
            <a:extLst>
              <a:ext uri="{FF2B5EF4-FFF2-40B4-BE49-F238E27FC236}">
                <a16:creationId xmlns:a16="http://schemas.microsoft.com/office/drawing/2014/main" id="{70898E04-A14A-8140-993E-87174E0C2C8D}"/>
              </a:ext>
            </a:extLst>
          </p:cNvPr>
          <p:cNvSpPr>
            <a:spLocks noGrp="1"/>
          </p:cNvSpPr>
          <p:nvPr>
            <p:ph type="title"/>
          </p:nvPr>
        </p:nvSpPr>
        <p:spPr>
          <a:xfrm>
            <a:off x="355509" y="96297"/>
            <a:ext cx="11400661" cy="777240"/>
          </a:xfrm>
        </p:spPr>
        <p:txBody>
          <a:bodyPr/>
          <a:lstStyle/>
          <a:p>
            <a:r>
              <a:rPr lang="en-US" dirty="0"/>
              <a:t>Click to edit Master title</a:t>
            </a:r>
          </a:p>
        </p:txBody>
      </p:sp>
      <p:sp>
        <p:nvSpPr>
          <p:cNvPr id="8" name="Content Placeholder 12">
            <a:extLst>
              <a:ext uri="{FF2B5EF4-FFF2-40B4-BE49-F238E27FC236}">
                <a16:creationId xmlns:a16="http://schemas.microsoft.com/office/drawing/2014/main" id="{5170BFA0-6B7E-2944-A49D-35B39ABC44C4}"/>
              </a:ext>
            </a:extLst>
          </p:cNvPr>
          <p:cNvSpPr>
            <a:spLocks noGrp="1"/>
          </p:cNvSpPr>
          <p:nvPr>
            <p:ph sz="quarter" idx="15"/>
          </p:nvPr>
        </p:nvSpPr>
        <p:spPr>
          <a:xfrm>
            <a:off x="355509" y="1561175"/>
            <a:ext cx="5474567" cy="4795020"/>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12">
            <a:extLst>
              <a:ext uri="{FF2B5EF4-FFF2-40B4-BE49-F238E27FC236}">
                <a16:creationId xmlns:a16="http://schemas.microsoft.com/office/drawing/2014/main" id="{C883CD4E-1B81-AF4E-B076-F6C9C7DA1692}"/>
              </a:ext>
            </a:extLst>
          </p:cNvPr>
          <p:cNvSpPr>
            <a:spLocks noGrp="1"/>
          </p:cNvSpPr>
          <p:nvPr>
            <p:ph sz="quarter" idx="16"/>
          </p:nvPr>
        </p:nvSpPr>
        <p:spPr>
          <a:xfrm>
            <a:off x="6385193" y="1561175"/>
            <a:ext cx="5387630" cy="4795019"/>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E2902E3F-7B87-844B-A375-55F0B5134651}"/>
              </a:ext>
            </a:extLst>
          </p:cNvPr>
          <p:cNvSpPr>
            <a:spLocks noGrp="1"/>
          </p:cNvSpPr>
          <p:nvPr>
            <p:ph type="ftr" sz="quarter" idx="17"/>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 2026 Microchip Technology Inc. and its subsidiaries</a:t>
            </a:r>
            <a:endParaRPr lang="en-US"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4231320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 Sub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55509" y="1381004"/>
            <a:ext cx="5474569" cy="580605"/>
          </a:xfrm>
          <a:prstGeom prst="rect">
            <a:avLst/>
          </a:prstGeom>
        </p:spPr>
        <p:txBody>
          <a:bodyPr anchor="b">
            <a:normAutofit/>
          </a:bodyPr>
          <a:lstStyle>
            <a:lvl1pPr marL="0" indent="0">
              <a:buNone/>
              <a:defRPr sz="2800" b="1" u="sng">
                <a:solidFill>
                  <a:schemeClr val="accent1"/>
                </a:solidFill>
              </a:defRPr>
            </a:lvl1pPr>
            <a:lvl2pPr marL="609443" indent="0">
              <a:buNone/>
              <a:defRPr sz="2700" b="1"/>
            </a:lvl2pPr>
            <a:lvl3pPr marL="1218885" indent="0">
              <a:buNone/>
              <a:defRPr sz="2400" b="1"/>
            </a:lvl3pPr>
            <a:lvl4pPr marL="1828328" indent="0">
              <a:buNone/>
              <a:defRPr sz="2100" b="1"/>
            </a:lvl4pPr>
            <a:lvl5pPr marL="2437771" indent="0">
              <a:buNone/>
              <a:defRPr sz="2100" b="1"/>
            </a:lvl5pPr>
            <a:lvl6pPr marL="3047213" indent="0">
              <a:buNone/>
              <a:defRPr sz="2100" b="1"/>
            </a:lvl6pPr>
            <a:lvl7pPr marL="3656656" indent="0">
              <a:buNone/>
              <a:defRPr sz="2100" b="1"/>
            </a:lvl7pPr>
            <a:lvl8pPr marL="4266097" indent="0">
              <a:buNone/>
              <a:defRPr sz="2100" b="1"/>
            </a:lvl8pPr>
            <a:lvl9pPr marL="4875541" indent="0">
              <a:buNone/>
              <a:defRPr sz="2100" b="1"/>
            </a:lvl9pPr>
          </a:lstStyle>
          <a:p>
            <a:pPr lvl="0"/>
            <a:r>
              <a:rPr lang="en-US" dirty="0"/>
              <a:t>Click to edit Master text styles</a:t>
            </a:r>
          </a:p>
        </p:txBody>
      </p:sp>
      <p:sp>
        <p:nvSpPr>
          <p:cNvPr id="5" name="Text Placeholder 4"/>
          <p:cNvSpPr>
            <a:spLocks noGrp="1"/>
          </p:cNvSpPr>
          <p:nvPr>
            <p:ph type="body" sz="quarter" idx="3"/>
          </p:nvPr>
        </p:nvSpPr>
        <p:spPr>
          <a:xfrm>
            <a:off x="6385192" y="1381003"/>
            <a:ext cx="5387630" cy="580606"/>
          </a:xfrm>
          <a:prstGeom prst="rect">
            <a:avLst/>
          </a:prstGeom>
        </p:spPr>
        <p:txBody>
          <a:bodyPr anchor="b">
            <a:normAutofit/>
          </a:bodyPr>
          <a:lstStyle>
            <a:lvl1pPr marL="0" indent="0">
              <a:buNone/>
              <a:defRPr sz="2800" b="1" u="sng">
                <a:solidFill>
                  <a:schemeClr val="accent1"/>
                </a:solidFill>
              </a:defRPr>
            </a:lvl1pPr>
            <a:lvl2pPr marL="609443" indent="0">
              <a:buNone/>
              <a:defRPr sz="2700" b="1"/>
            </a:lvl2pPr>
            <a:lvl3pPr marL="1218885" indent="0">
              <a:buNone/>
              <a:defRPr sz="2400" b="1"/>
            </a:lvl3pPr>
            <a:lvl4pPr marL="1828328" indent="0">
              <a:buNone/>
              <a:defRPr sz="2100" b="1"/>
            </a:lvl4pPr>
            <a:lvl5pPr marL="2437771" indent="0">
              <a:buNone/>
              <a:defRPr sz="2100" b="1"/>
            </a:lvl5pPr>
            <a:lvl6pPr marL="3047213" indent="0">
              <a:buNone/>
              <a:defRPr sz="2100" b="1"/>
            </a:lvl6pPr>
            <a:lvl7pPr marL="3656656" indent="0">
              <a:buNone/>
              <a:defRPr sz="2100" b="1"/>
            </a:lvl7pPr>
            <a:lvl8pPr marL="4266097" indent="0">
              <a:buNone/>
              <a:defRPr sz="2100" b="1"/>
            </a:lvl8pPr>
            <a:lvl9pPr marL="4875541" indent="0">
              <a:buNone/>
              <a:defRPr sz="2100" b="1"/>
            </a:lvl9pPr>
          </a:lstStyle>
          <a:p>
            <a:pPr lvl="0"/>
            <a:r>
              <a:rPr lang="en-US" dirty="0"/>
              <a:t>Click to edit Master text styles</a:t>
            </a:r>
          </a:p>
        </p:txBody>
      </p:sp>
      <p:sp>
        <p:nvSpPr>
          <p:cNvPr id="8" name="Title 1">
            <a:extLst>
              <a:ext uri="{FF2B5EF4-FFF2-40B4-BE49-F238E27FC236}">
                <a16:creationId xmlns:a16="http://schemas.microsoft.com/office/drawing/2014/main" id="{E22C09BD-60A2-D244-8F4B-695A122744A6}"/>
              </a:ext>
            </a:extLst>
          </p:cNvPr>
          <p:cNvSpPr>
            <a:spLocks noGrp="1"/>
          </p:cNvSpPr>
          <p:nvPr>
            <p:ph type="title"/>
          </p:nvPr>
        </p:nvSpPr>
        <p:spPr>
          <a:xfrm>
            <a:off x="355509" y="96297"/>
            <a:ext cx="11400661" cy="777240"/>
          </a:xfrm>
        </p:spPr>
        <p:txBody>
          <a:bodyPr/>
          <a:lstStyle/>
          <a:p>
            <a:r>
              <a:rPr lang="en-US" dirty="0"/>
              <a:t>Click to edit Master title</a:t>
            </a:r>
          </a:p>
        </p:txBody>
      </p:sp>
      <p:sp>
        <p:nvSpPr>
          <p:cNvPr id="9" name="Text Placeholder 9">
            <a:extLst>
              <a:ext uri="{FF2B5EF4-FFF2-40B4-BE49-F238E27FC236}">
                <a16:creationId xmlns:a16="http://schemas.microsoft.com/office/drawing/2014/main" id="{E1D56C46-C13D-6843-8D78-E9DE559D36FD}"/>
              </a:ext>
            </a:extLst>
          </p:cNvPr>
          <p:cNvSpPr>
            <a:spLocks noGrp="1"/>
          </p:cNvSpPr>
          <p:nvPr>
            <p:ph type="body" sz="quarter" idx="13" hasCustomPrompt="1"/>
          </p:nvPr>
        </p:nvSpPr>
        <p:spPr>
          <a:xfrm>
            <a:off x="368603" y="831986"/>
            <a:ext cx="11400661" cy="428625"/>
          </a:xfrm>
          <a:prstGeom prst="rect">
            <a:avLst/>
          </a:prstGeom>
        </p:spPr>
        <p:txBody>
          <a:bodyPr anchor="ctr"/>
          <a:lstStyle>
            <a:lvl1pPr marL="0" indent="0">
              <a:buNone/>
              <a:defRPr>
                <a:solidFill>
                  <a:schemeClr val="bg2"/>
                </a:solidFill>
              </a:defRPr>
            </a:lvl1pPr>
          </a:lstStyle>
          <a:p>
            <a:pPr lvl="0"/>
            <a:r>
              <a:rPr lang="en-US" b="1" kern="0" dirty="0">
                <a:solidFill>
                  <a:srgbClr val="45A8C4"/>
                </a:solidFill>
                <a:latin typeface="+mn-lt"/>
                <a:cs typeface="Calibri"/>
              </a:rPr>
              <a:t>Subtitle</a:t>
            </a:r>
            <a:endParaRPr lang="en-US" dirty="0"/>
          </a:p>
        </p:txBody>
      </p:sp>
      <p:sp>
        <p:nvSpPr>
          <p:cNvPr id="2" name="Rectangle 1">
            <a:extLst>
              <a:ext uri="{FF2B5EF4-FFF2-40B4-BE49-F238E27FC236}">
                <a16:creationId xmlns:a16="http://schemas.microsoft.com/office/drawing/2014/main" id="{F88E56A8-D17E-8848-8C5B-EC8D2FC7921A}"/>
              </a:ext>
            </a:extLst>
          </p:cNvPr>
          <p:cNvSpPr/>
          <p:nvPr userDrawn="1"/>
        </p:nvSpPr>
        <p:spPr>
          <a:xfrm>
            <a:off x="10436087" y="6490880"/>
            <a:ext cx="129209" cy="1981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Content Placeholder 12">
            <a:extLst>
              <a:ext uri="{FF2B5EF4-FFF2-40B4-BE49-F238E27FC236}">
                <a16:creationId xmlns:a16="http://schemas.microsoft.com/office/drawing/2014/main" id="{61902A9B-4EBD-9042-9417-398D31C80DB0}"/>
              </a:ext>
            </a:extLst>
          </p:cNvPr>
          <p:cNvSpPr>
            <a:spLocks noGrp="1"/>
          </p:cNvSpPr>
          <p:nvPr>
            <p:ph sz="quarter" idx="15"/>
          </p:nvPr>
        </p:nvSpPr>
        <p:spPr>
          <a:xfrm>
            <a:off x="355509" y="1988634"/>
            <a:ext cx="5474567" cy="4327704"/>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2">
            <a:extLst>
              <a:ext uri="{FF2B5EF4-FFF2-40B4-BE49-F238E27FC236}">
                <a16:creationId xmlns:a16="http://schemas.microsoft.com/office/drawing/2014/main" id="{326E65A8-182F-624C-B231-E6CD084CC095}"/>
              </a:ext>
            </a:extLst>
          </p:cNvPr>
          <p:cNvSpPr>
            <a:spLocks noGrp="1"/>
          </p:cNvSpPr>
          <p:nvPr>
            <p:ph sz="quarter" idx="16"/>
          </p:nvPr>
        </p:nvSpPr>
        <p:spPr>
          <a:xfrm>
            <a:off x="6385193" y="1988634"/>
            <a:ext cx="5387630" cy="4327704"/>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4985913B-9067-5E4F-BEB8-B40B0526CDDE}"/>
              </a:ext>
            </a:extLst>
          </p:cNvPr>
          <p:cNvSpPr>
            <a:spLocks noGrp="1"/>
          </p:cNvSpPr>
          <p:nvPr>
            <p:ph type="ftr" sz="quarter" idx="17"/>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 2026 Microchip Technology Inc. and its subsidiaries</a:t>
            </a:r>
            <a:endParaRPr lang="en-US"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42559165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B3394856-2C64-DE43-BBDF-953266084231}"/>
              </a:ext>
            </a:extLst>
          </p:cNvPr>
          <p:cNvSpPr>
            <a:spLocks noGrp="1"/>
          </p:cNvSpPr>
          <p:nvPr>
            <p:ph type="title"/>
          </p:nvPr>
        </p:nvSpPr>
        <p:spPr>
          <a:xfrm>
            <a:off x="355509" y="96296"/>
            <a:ext cx="11400661" cy="1600406"/>
          </a:xfrm>
          <a:prstGeom prst="rect">
            <a:avLst/>
          </a:prstGeom>
        </p:spPr>
        <p:txBody>
          <a:bodyPr vert="horz" lIns="121888" tIns="60944" rIns="121888" bIns="60944" rtlCol="0" anchor="t" anchorCtr="0">
            <a:noAutofit/>
          </a:bodyPr>
          <a:lstStyle/>
          <a:p>
            <a:r>
              <a:rPr lang="en-US" dirty="0"/>
              <a:t>Click to edit Master title</a:t>
            </a:r>
          </a:p>
        </p:txBody>
      </p:sp>
      <p:sp>
        <p:nvSpPr>
          <p:cNvPr id="5" name="Footer Placeholder 4">
            <a:extLst>
              <a:ext uri="{FF2B5EF4-FFF2-40B4-BE49-F238E27FC236}">
                <a16:creationId xmlns:a16="http://schemas.microsoft.com/office/drawing/2014/main" id="{7DDE56F0-37A2-F74C-BB25-DF51CEB5FA5E}"/>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 2026 Microchip Technology Inc. and its subsidiaries</a:t>
            </a:r>
            <a:endParaRPr lang="en-US"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9548320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Sub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E966262-8B36-DB45-BCFF-E847EDF91C15}"/>
              </a:ext>
            </a:extLst>
          </p:cNvPr>
          <p:cNvSpPr>
            <a:spLocks noGrp="1"/>
          </p:cNvSpPr>
          <p:nvPr>
            <p:ph type="title"/>
          </p:nvPr>
        </p:nvSpPr>
        <p:spPr>
          <a:xfrm>
            <a:off x="355509" y="96295"/>
            <a:ext cx="11400661" cy="777240"/>
          </a:xfrm>
        </p:spPr>
        <p:txBody>
          <a:bodyPr/>
          <a:lstStyle>
            <a:lvl1pPr>
              <a:defRPr>
                <a:solidFill>
                  <a:srgbClr val="0E3689"/>
                </a:solidFill>
              </a:defRPr>
            </a:lvl1pPr>
          </a:lstStyle>
          <a:p>
            <a:r>
              <a:rPr lang="en-US" dirty="0"/>
              <a:t>Click to edit Master title</a:t>
            </a:r>
          </a:p>
        </p:txBody>
      </p:sp>
      <p:sp>
        <p:nvSpPr>
          <p:cNvPr id="7" name="Text Placeholder 9">
            <a:extLst>
              <a:ext uri="{FF2B5EF4-FFF2-40B4-BE49-F238E27FC236}">
                <a16:creationId xmlns:a16="http://schemas.microsoft.com/office/drawing/2014/main" id="{8F614E39-BA14-7D4B-8328-2FB5286D32B7}"/>
              </a:ext>
            </a:extLst>
          </p:cNvPr>
          <p:cNvSpPr>
            <a:spLocks noGrp="1"/>
          </p:cNvSpPr>
          <p:nvPr>
            <p:ph type="body" sz="quarter" idx="13" hasCustomPrompt="1"/>
          </p:nvPr>
        </p:nvSpPr>
        <p:spPr>
          <a:xfrm>
            <a:off x="368603" y="829115"/>
            <a:ext cx="11400661" cy="428625"/>
          </a:xfrm>
          <a:prstGeom prst="rect">
            <a:avLst/>
          </a:prstGeom>
        </p:spPr>
        <p:txBody>
          <a:bodyPr anchor="ctr">
            <a:noAutofit/>
          </a:bodyPr>
          <a:lstStyle>
            <a:lvl1pPr marL="0" indent="0">
              <a:buNone/>
              <a:defRPr>
                <a:solidFill>
                  <a:schemeClr val="bg2"/>
                </a:solidFill>
              </a:defRPr>
            </a:lvl1pPr>
          </a:lstStyle>
          <a:p>
            <a:pPr lvl="0"/>
            <a:r>
              <a:rPr lang="en-US" b="1" kern="0" dirty="0">
                <a:solidFill>
                  <a:srgbClr val="45A8C4"/>
                </a:solidFill>
                <a:latin typeface="+mn-lt"/>
                <a:cs typeface="Calibri"/>
              </a:rPr>
              <a:t>Subtitle</a:t>
            </a:r>
            <a:endParaRPr lang="en-US" dirty="0"/>
          </a:p>
        </p:txBody>
      </p:sp>
      <p:sp>
        <p:nvSpPr>
          <p:cNvPr id="5" name="Footer Placeholder 4">
            <a:extLst>
              <a:ext uri="{FF2B5EF4-FFF2-40B4-BE49-F238E27FC236}">
                <a16:creationId xmlns:a16="http://schemas.microsoft.com/office/drawing/2014/main" id="{85306521-0BA2-7C48-8CAD-8B9AFEEF6816}"/>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 2026 Microchip Technology Inc. and its subsidiaries</a:t>
            </a:r>
            <a:endParaRPr lang="en-US"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962274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7EDE752C-4DF4-1741-BE5B-60F47530E2A5}"/>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 2026 Microchip Technology Inc. and its subsidiaries</a:t>
            </a:r>
            <a:endParaRPr lang="en-US"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997264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MCHP-logo.jpg"/>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583436" y="6396138"/>
            <a:ext cx="1447127" cy="364442"/>
          </a:xfrm>
          <a:prstGeom prst="rect">
            <a:avLst/>
          </a:prstGeom>
        </p:spPr>
      </p:pic>
      <p:sp>
        <p:nvSpPr>
          <p:cNvPr id="2" name="Title Placeholder 1"/>
          <p:cNvSpPr>
            <a:spLocks noGrp="1"/>
          </p:cNvSpPr>
          <p:nvPr>
            <p:ph type="title"/>
          </p:nvPr>
        </p:nvSpPr>
        <p:spPr>
          <a:xfrm>
            <a:off x="355509" y="96296"/>
            <a:ext cx="11400661" cy="942795"/>
          </a:xfrm>
          <a:prstGeom prst="rect">
            <a:avLst/>
          </a:prstGeom>
        </p:spPr>
        <p:txBody>
          <a:bodyPr vert="horz" lIns="121888" tIns="60944" rIns="121888" bIns="60944" rtlCol="0" anchor="t" anchorCtr="0">
            <a:noAutofit/>
          </a:bodyPr>
          <a:lstStyle/>
          <a:p>
            <a:r>
              <a:rPr lang="en-US"/>
              <a:t>Click to edit Master title</a:t>
            </a:r>
          </a:p>
        </p:txBody>
      </p:sp>
      <p:sp>
        <p:nvSpPr>
          <p:cNvPr id="3" name="Text Placeholder 2"/>
          <p:cNvSpPr>
            <a:spLocks noGrp="1"/>
          </p:cNvSpPr>
          <p:nvPr>
            <p:ph type="body" idx="1"/>
          </p:nvPr>
        </p:nvSpPr>
        <p:spPr>
          <a:xfrm>
            <a:off x="355509" y="1039091"/>
            <a:ext cx="11400661" cy="5412311"/>
          </a:xfrm>
          <a:prstGeom prst="rect">
            <a:avLst/>
          </a:prstGeom>
        </p:spPr>
        <p:txBody>
          <a:bodyPr vert="horz" lIns="121888" tIns="60944" rIns="121888" bIns="60944"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a:extLst>
              <a:ext uri="{FF2B5EF4-FFF2-40B4-BE49-F238E27FC236}">
                <a16:creationId xmlns:a16="http://schemas.microsoft.com/office/drawing/2014/main" id="{52589C74-EF87-2646-A562-5428C2FBE5F6}"/>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9" name="Slide Number Placeholder 8">
            <a:extLst>
              <a:ext uri="{FF2B5EF4-FFF2-40B4-BE49-F238E27FC236}">
                <a16:creationId xmlns:a16="http://schemas.microsoft.com/office/drawing/2014/main" id="{A2865650-0440-F143-8EFF-C6F819EF3FF4}"/>
              </a:ext>
            </a:extLst>
          </p:cNvPr>
          <p:cNvSpPr>
            <a:spLocks noGrp="1"/>
          </p:cNvSpPr>
          <p:nvPr>
            <p:ph type="sldNum" sz="quarter" idx="4"/>
          </p:nvPr>
        </p:nvSpPr>
        <p:spPr>
          <a:xfrm>
            <a:off x="153172" y="6455581"/>
            <a:ext cx="386650" cy="364443"/>
          </a:xfrm>
          <a:prstGeom prst="rect">
            <a:avLst/>
          </a:prstGeom>
        </p:spPr>
        <p:txBody>
          <a:bodyPr vert="horz" wrap="none"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spTree>
    <p:extLst>
      <p:ext uri="{BB962C8B-B14F-4D97-AF65-F5344CB8AC3E}">
        <p14:creationId xmlns:p14="http://schemas.microsoft.com/office/powerpoint/2010/main" val="2176979042"/>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6" r:id="rId4"/>
    <p:sldLayoutId id="2147483660" r:id="rId5"/>
    <p:sldLayoutId id="2147483652" r:id="rId6"/>
    <p:sldLayoutId id="2147483657" r:id="rId7"/>
    <p:sldLayoutId id="2147483653" r:id="rId8"/>
    <p:sldLayoutId id="2147483658" r:id="rId9"/>
    <p:sldLayoutId id="2147483654" r:id="rId10"/>
    <p:sldLayoutId id="2147483659" r:id="rId11"/>
    <p:sldLayoutId id="2147483655" r:id="rId12"/>
    <p:sldLayoutId id="2147483661" r:id="rId13"/>
  </p:sldLayoutIdLst>
  <p:hf hdr="0" dt="0"/>
  <p:txStyles>
    <p:titleStyle>
      <a:lvl1pPr algn="l" defTabSz="609443" rtl="0" eaLnBrk="1" latinLnBrk="0" hangingPunct="1">
        <a:lnSpc>
          <a:spcPct val="100000"/>
        </a:lnSpc>
        <a:spcBef>
          <a:spcPct val="0"/>
        </a:spcBef>
        <a:buNone/>
        <a:defRPr sz="4400" b="1" kern="1200" normalizeH="0" baseline="0">
          <a:solidFill>
            <a:srgbClr val="0E3689"/>
          </a:solidFill>
          <a:latin typeface="+mj-lt"/>
          <a:ea typeface="+mj-ea"/>
          <a:cs typeface="+mj-cs"/>
        </a:defRPr>
      </a:lvl1pPr>
    </p:titleStyle>
    <p:bodyStyle>
      <a:lvl1pPr marL="274320" indent="-274320" algn="l" defTabSz="609443" rtl="0" eaLnBrk="1" latinLnBrk="0" hangingPunct="1">
        <a:spcBef>
          <a:spcPts val="300"/>
        </a:spcBef>
        <a:buClr>
          <a:srgbClr val="0E3689"/>
        </a:buClr>
        <a:buFont typeface="Arial"/>
        <a:buChar char="•"/>
        <a:defRPr sz="3200" b="1" kern="1200">
          <a:solidFill>
            <a:srgbClr val="070707"/>
          </a:solidFill>
          <a:latin typeface="+mn-lt"/>
          <a:ea typeface="+mn-ea"/>
          <a:cs typeface="+mn-cs"/>
        </a:defRPr>
      </a:lvl1pPr>
      <a:lvl2pPr marL="576072" indent="-274320" algn="l" defTabSz="609443" rtl="0" eaLnBrk="1" latinLnBrk="0" hangingPunct="1">
        <a:spcBef>
          <a:spcPts val="300"/>
        </a:spcBef>
        <a:buClr>
          <a:srgbClr val="1D9CE4"/>
        </a:buClr>
        <a:buFont typeface="Arial" panose="020B0604020202020204" pitchFamily="34" charset="0"/>
        <a:buChar char="•"/>
        <a:defRPr sz="2800" kern="1200">
          <a:solidFill>
            <a:srgbClr val="070707"/>
          </a:solidFill>
          <a:latin typeface="+mn-lt"/>
          <a:ea typeface="+mn-ea"/>
          <a:cs typeface="+mn-cs"/>
        </a:defRPr>
      </a:lvl2pPr>
      <a:lvl3pPr marL="868680" indent="-274320" algn="l" defTabSz="609443" rtl="0" eaLnBrk="1" latinLnBrk="0" hangingPunct="1">
        <a:spcBef>
          <a:spcPts val="300"/>
        </a:spcBef>
        <a:buClr>
          <a:srgbClr val="1D9CE4"/>
        </a:buClr>
        <a:buFont typeface="Arial"/>
        <a:buChar char="•"/>
        <a:defRPr sz="2400" kern="1200">
          <a:solidFill>
            <a:srgbClr val="070707"/>
          </a:solidFill>
          <a:latin typeface="+mn-lt"/>
          <a:ea typeface="+mn-ea"/>
          <a:cs typeface="+mn-cs"/>
        </a:defRPr>
      </a:lvl3pPr>
      <a:lvl4pPr marL="1143000" indent="-274320" algn="l" defTabSz="609443" rtl="0" eaLnBrk="1" latinLnBrk="0" hangingPunct="1">
        <a:spcBef>
          <a:spcPts val="300"/>
        </a:spcBef>
        <a:buClr>
          <a:srgbClr val="1D9CE4"/>
        </a:buClr>
        <a:buFont typeface="Arial" panose="020B0604020202020204" pitchFamily="34" charset="0"/>
        <a:buChar char="•"/>
        <a:defRPr sz="2000" kern="1200">
          <a:solidFill>
            <a:srgbClr val="070707"/>
          </a:solidFill>
          <a:latin typeface="+mn-lt"/>
          <a:ea typeface="+mn-ea"/>
          <a:cs typeface="+mn-cs"/>
        </a:defRPr>
      </a:lvl4pPr>
      <a:lvl5pPr marL="1435608" indent="-274320" algn="l" defTabSz="609443" rtl="0" eaLnBrk="1" latinLnBrk="0" hangingPunct="1">
        <a:spcBef>
          <a:spcPts val="300"/>
        </a:spcBef>
        <a:buClr>
          <a:srgbClr val="1D9CE4"/>
        </a:buClr>
        <a:buFont typeface="Arial" panose="020B0604020202020204" pitchFamily="34" charset="0"/>
        <a:buChar char="•"/>
        <a:defRPr sz="2000" kern="1200">
          <a:solidFill>
            <a:srgbClr val="070707"/>
          </a:solidFill>
          <a:latin typeface="+mn-lt"/>
          <a:ea typeface="+mn-ea"/>
          <a:cs typeface="+mn-cs"/>
        </a:defRPr>
      </a:lvl5pPr>
      <a:lvl6pPr marL="3351933" indent="-304723" algn="l" defTabSz="609443" rtl="0" eaLnBrk="1" latinLnBrk="0" hangingPunct="1">
        <a:spcBef>
          <a:spcPct val="20000"/>
        </a:spcBef>
        <a:buFont typeface="Arial"/>
        <a:buChar char="•"/>
        <a:defRPr sz="2700" kern="1200">
          <a:solidFill>
            <a:schemeClr val="tx1"/>
          </a:solidFill>
          <a:latin typeface="+mn-lt"/>
          <a:ea typeface="+mn-ea"/>
          <a:cs typeface="+mn-cs"/>
        </a:defRPr>
      </a:lvl6pPr>
      <a:lvl7pPr marL="3961376" indent="-304723" algn="l" defTabSz="609443" rtl="0" eaLnBrk="1" latinLnBrk="0" hangingPunct="1">
        <a:spcBef>
          <a:spcPct val="20000"/>
        </a:spcBef>
        <a:buFont typeface="Arial"/>
        <a:buChar char="•"/>
        <a:defRPr sz="2700" kern="1200">
          <a:solidFill>
            <a:schemeClr val="tx1"/>
          </a:solidFill>
          <a:latin typeface="+mn-lt"/>
          <a:ea typeface="+mn-ea"/>
          <a:cs typeface="+mn-cs"/>
        </a:defRPr>
      </a:lvl7pPr>
      <a:lvl8pPr marL="4570819" indent="-304723" algn="l" defTabSz="609443" rtl="0" eaLnBrk="1" latinLnBrk="0" hangingPunct="1">
        <a:spcBef>
          <a:spcPct val="20000"/>
        </a:spcBef>
        <a:buFont typeface="Arial"/>
        <a:buChar char="•"/>
        <a:defRPr sz="2700" kern="1200">
          <a:solidFill>
            <a:schemeClr val="tx1"/>
          </a:solidFill>
          <a:latin typeface="+mn-lt"/>
          <a:ea typeface="+mn-ea"/>
          <a:cs typeface="+mn-cs"/>
        </a:defRPr>
      </a:lvl8pPr>
      <a:lvl9pPr marL="5180261" indent="-304723" algn="l" defTabSz="609443" rtl="0" eaLnBrk="1" latinLnBrk="0" hangingPunct="1">
        <a:spcBef>
          <a:spcPct val="20000"/>
        </a:spcBef>
        <a:buFont typeface="Arial"/>
        <a:buChar char="•"/>
        <a:defRPr sz="2700" kern="1200">
          <a:solidFill>
            <a:schemeClr val="tx1"/>
          </a:solidFill>
          <a:latin typeface="+mn-lt"/>
          <a:ea typeface="+mn-ea"/>
          <a:cs typeface="+mn-cs"/>
        </a:defRPr>
      </a:lvl9pPr>
    </p:bodyStyle>
    <p:otherStyle>
      <a:defPPr>
        <a:defRPr lang="en-US"/>
      </a:defPPr>
      <a:lvl1pPr marL="0" algn="l" defTabSz="609443" rtl="0" eaLnBrk="1" latinLnBrk="0" hangingPunct="1">
        <a:defRPr sz="2400" kern="1200">
          <a:solidFill>
            <a:schemeClr val="tx1"/>
          </a:solidFill>
          <a:latin typeface="+mn-lt"/>
          <a:ea typeface="+mn-ea"/>
          <a:cs typeface="+mn-cs"/>
        </a:defRPr>
      </a:lvl1pPr>
      <a:lvl2pPr marL="609443" algn="l" defTabSz="609443" rtl="0" eaLnBrk="1" latinLnBrk="0" hangingPunct="1">
        <a:defRPr sz="2400" kern="1200">
          <a:solidFill>
            <a:schemeClr val="tx1"/>
          </a:solidFill>
          <a:latin typeface="+mn-lt"/>
          <a:ea typeface="+mn-ea"/>
          <a:cs typeface="+mn-cs"/>
        </a:defRPr>
      </a:lvl2pPr>
      <a:lvl3pPr marL="1218885" algn="l" defTabSz="609443" rtl="0" eaLnBrk="1" latinLnBrk="0" hangingPunct="1">
        <a:defRPr sz="2400" kern="1200">
          <a:solidFill>
            <a:schemeClr val="tx1"/>
          </a:solidFill>
          <a:latin typeface="+mn-lt"/>
          <a:ea typeface="+mn-ea"/>
          <a:cs typeface="+mn-cs"/>
        </a:defRPr>
      </a:lvl3pPr>
      <a:lvl4pPr marL="1828328" algn="l" defTabSz="609443" rtl="0" eaLnBrk="1" latinLnBrk="0" hangingPunct="1">
        <a:defRPr sz="2400" kern="1200">
          <a:solidFill>
            <a:schemeClr val="tx1"/>
          </a:solidFill>
          <a:latin typeface="+mn-lt"/>
          <a:ea typeface="+mn-ea"/>
          <a:cs typeface="+mn-cs"/>
        </a:defRPr>
      </a:lvl4pPr>
      <a:lvl5pPr marL="2437771" algn="l" defTabSz="609443" rtl="0" eaLnBrk="1" latinLnBrk="0" hangingPunct="1">
        <a:defRPr sz="2400" kern="1200">
          <a:solidFill>
            <a:schemeClr val="tx1"/>
          </a:solidFill>
          <a:latin typeface="+mn-lt"/>
          <a:ea typeface="+mn-ea"/>
          <a:cs typeface="+mn-cs"/>
        </a:defRPr>
      </a:lvl5pPr>
      <a:lvl6pPr marL="3047213" algn="l" defTabSz="609443" rtl="0" eaLnBrk="1" latinLnBrk="0" hangingPunct="1">
        <a:defRPr sz="2400" kern="1200">
          <a:solidFill>
            <a:schemeClr val="tx1"/>
          </a:solidFill>
          <a:latin typeface="+mn-lt"/>
          <a:ea typeface="+mn-ea"/>
          <a:cs typeface="+mn-cs"/>
        </a:defRPr>
      </a:lvl6pPr>
      <a:lvl7pPr marL="3656656" algn="l" defTabSz="609443" rtl="0" eaLnBrk="1" latinLnBrk="0" hangingPunct="1">
        <a:defRPr sz="2400" kern="1200">
          <a:solidFill>
            <a:schemeClr val="tx1"/>
          </a:solidFill>
          <a:latin typeface="+mn-lt"/>
          <a:ea typeface="+mn-ea"/>
          <a:cs typeface="+mn-cs"/>
        </a:defRPr>
      </a:lvl7pPr>
      <a:lvl8pPr marL="4266097" algn="l" defTabSz="609443" rtl="0" eaLnBrk="1" latinLnBrk="0" hangingPunct="1">
        <a:defRPr sz="2400" kern="1200">
          <a:solidFill>
            <a:schemeClr val="tx1"/>
          </a:solidFill>
          <a:latin typeface="+mn-lt"/>
          <a:ea typeface="+mn-ea"/>
          <a:cs typeface="+mn-cs"/>
        </a:defRPr>
      </a:lvl8pPr>
      <a:lvl9pPr marL="4875541" algn="l" defTabSz="609443"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59" userDrawn="1">
          <p15:clr>
            <a:srgbClr val="F26B43"/>
          </p15:clr>
        </p15:guide>
        <p15:guide id="2" pos="16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MCHP-logo.jpg"/>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583436" y="6396138"/>
            <a:ext cx="1447127" cy="364442"/>
          </a:xfrm>
          <a:prstGeom prst="rect">
            <a:avLst/>
          </a:prstGeom>
        </p:spPr>
      </p:pic>
      <p:sp>
        <p:nvSpPr>
          <p:cNvPr id="2" name="Title Placeholder 1"/>
          <p:cNvSpPr>
            <a:spLocks noGrp="1"/>
          </p:cNvSpPr>
          <p:nvPr>
            <p:ph type="title"/>
          </p:nvPr>
        </p:nvSpPr>
        <p:spPr>
          <a:xfrm>
            <a:off x="355509" y="96296"/>
            <a:ext cx="11400661" cy="942795"/>
          </a:xfrm>
          <a:prstGeom prst="rect">
            <a:avLst/>
          </a:prstGeom>
        </p:spPr>
        <p:txBody>
          <a:bodyPr vert="horz" lIns="121888" tIns="60944" rIns="121888" bIns="60944" rtlCol="0" anchor="t" anchorCtr="0">
            <a:noAutofit/>
          </a:bodyPr>
          <a:lstStyle/>
          <a:p>
            <a:r>
              <a:rPr lang="en-US" dirty="0"/>
              <a:t>Click to edit Master title</a:t>
            </a:r>
          </a:p>
        </p:txBody>
      </p:sp>
      <p:sp>
        <p:nvSpPr>
          <p:cNvPr id="3" name="Text Placeholder 2"/>
          <p:cNvSpPr>
            <a:spLocks noGrp="1"/>
          </p:cNvSpPr>
          <p:nvPr>
            <p:ph type="body" idx="1"/>
          </p:nvPr>
        </p:nvSpPr>
        <p:spPr>
          <a:xfrm>
            <a:off x="355509" y="1039091"/>
            <a:ext cx="11400661" cy="5412311"/>
          </a:xfrm>
          <a:prstGeom prst="rect">
            <a:avLst/>
          </a:prstGeom>
        </p:spPr>
        <p:txBody>
          <a:bodyPr vert="horz" lIns="121888" tIns="60944" rIns="121888" bIns="60944"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a:extLst>
              <a:ext uri="{FF2B5EF4-FFF2-40B4-BE49-F238E27FC236}">
                <a16:creationId xmlns:a16="http://schemas.microsoft.com/office/drawing/2014/main" id="{52589C74-EF87-2646-A562-5428C2FBE5F6}"/>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 2026 Microchip Technology Inc. and its subsidiaries</a:t>
            </a:r>
            <a:endParaRPr lang="en-US" dirty="0">
              <a:latin typeface="Calibri Light" panose="020F0302020204030204" pitchFamily="34" charset="0"/>
              <a:cs typeface="Calibri Light" panose="020F0302020204030204" pitchFamily="34" charset="0"/>
            </a:endParaRPr>
          </a:p>
        </p:txBody>
      </p:sp>
      <p:sp>
        <p:nvSpPr>
          <p:cNvPr id="5" name="TextBox 4"/>
          <p:cNvSpPr txBox="1"/>
          <p:nvPr userDrawn="1"/>
        </p:nvSpPr>
        <p:spPr>
          <a:xfrm>
            <a:off x="167033" y="6495408"/>
            <a:ext cx="539496" cy="365760"/>
          </a:xfrm>
          <a:prstGeom prst="rect">
            <a:avLst/>
          </a:prstGeom>
          <a:noFill/>
        </p:spPr>
        <p:txBody>
          <a:bodyPr wrap="square" rtlCol="0">
            <a:spAutoFit/>
          </a:bodyPr>
          <a:lstStyle/>
          <a:p>
            <a:pPr algn="l"/>
            <a:fld id="{3A89BA97-E076-0C46-96C3-2C5079BFCB08}" type="slidenum">
              <a:rPr lang="en-US" sz="1300" smtClean="0">
                <a:solidFill>
                  <a:schemeClr val="bg1">
                    <a:lumMod val="50000"/>
                  </a:schemeClr>
                </a:solidFill>
              </a:rPr>
              <a:pPr algn="l"/>
              <a:t>‹#›</a:t>
            </a:fld>
            <a:endParaRPr lang="en-US" sz="1300" dirty="0">
              <a:solidFill>
                <a:schemeClr val="bg1">
                  <a:lumMod val="50000"/>
                </a:schemeClr>
              </a:solidFill>
            </a:endParaRPr>
          </a:p>
        </p:txBody>
      </p:sp>
    </p:spTree>
    <p:extLst>
      <p:ext uri="{BB962C8B-B14F-4D97-AF65-F5344CB8AC3E}">
        <p14:creationId xmlns:p14="http://schemas.microsoft.com/office/powerpoint/2010/main" val="3791956913"/>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hdr="0" dt="0"/>
  <p:txStyles>
    <p:titleStyle>
      <a:lvl1pPr algn="l" defTabSz="609443" rtl="0" eaLnBrk="1" latinLnBrk="0" hangingPunct="1">
        <a:lnSpc>
          <a:spcPct val="100000"/>
        </a:lnSpc>
        <a:spcBef>
          <a:spcPct val="0"/>
        </a:spcBef>
        <a:buNone/>
        <a:defRPr sz="4400" b="1" kern="1200" normalizeH="0" baseline="0">
          <a:solidFill>
            <a:srgbClr val="0E3689"/>
          </a:solidFill>
          <a:latin typeface="+mj-lt"/>
          <a:ea typeface="+mj-ea"/>
          <a:cs typeface="+mj-cs"/>
        </a:defRPr>
      </a:lvl1pPr>
    </p:titleStyle>
    <p:bodyStyle>
      <a:lvl1pPr marL="274320" indent="-274320" algn="l" defTabSz="609443" rtl="0" eaLnBrk="1" latinLnBrk="0" hangingPunct="1">
        <a:spcBef>
          <a:spcPts val="300"/>
        </a:spcBef>
        <a:buClr>
          <a:srgbClr val="0E3689"/>
        </a:buClr>
        <a:buFont typeface="Arial"/>
        <a:buChar char="•"/>
        <a:defRPr sz="3200" b="1" kern="1200">
          <a:solidFill>
            <a:srgbClr val="070707"/>
          </a:solidFill>
          <a:latin typeface="+mn-lt"/>
          <a:ea typeface="+mn-ea"/>
          <a:cs typeface="+mn-cs"/>
        </a:defRPr>
      </a:lvl1pPr>
      <a:lvl2pPr marL="576072" indent="-274320" algn="l" defTabSz="609443" rtl="0" eaLnBrk="1" latinLnBrk="0" hangingPunct="1">
        <a:spcBef>
          <a:spcPts val="300"/>
        </a:spcBef>
        <a:buClr>
          <a:srgbClr val="1D9CE4"/>
        </a:buClr>
        <a:buFont typeface="Arial" panose="020B0604020202020204" pitchFamily="34" charset="0"/>
        <a:buChar char="•"/>
        <a:defRPr sz="2800" kern="1200">
          <a:solidFill>
            <a:srgbClr val="070707"/>
          </a:solidFill>
          <a:latin typeface="+mn-lt"/>
          <a:ea typeface="+mn-ea"/>
          <a:cs typeface="+mn-cs"/>
        </a:defRPr>
      </a:lvl2pPr>
      <a:lvl3pPr marL="868680" indent="-274320" algn="l" defTabSz="609443" rtl="0" eaLnBrk="1" latinLnBrk="0" hangingPunct="1">
        <a:spcBef>
          <a:spcPts val="300"/>
        </a:spcBef>
        <a:buClr>
          <a:srgbClr val="1D9CE4"/>
        </a:buClr>
        <a:buFont typeface="Arial"/>
        <a:buChar char="•"/>
        <a:defRPr sz="2400" kern="1200">
          <a:solidFill>
            <a:srgbClr val="070707"/>
          </a:solidFill>
          <a:latin typeface="+mn-lt"/>
          <a:ea typeface="+mn-ea"/>
          <a:cs typeface="+mn-cs"/>
        </a:defRPr>
      </a:lvl3pPr>
      <a:lvl4pPr marL="1143000" indent="-274320" algn="l" defTabSz="609443" rtl="0" eaLnBrk="1" latinLnBrk="0" hangingPunct="1">
        <a:spcBef>
          <a:spcPts val="300"/>
        </a:spcBef>
        <a:buClr>
          <a:srgbClr val="1D9CE4"/>
        </a:buClr>
        <a:buFont typeface="Arial" panose="020B0604020202020204" pitchFamily="34" charset="0"/>
        <a:buChar char="•"/>
        <a:defRPr sz="2000" kern="1200">
          <a:solidFill>
            <a:srgbClr val="070707"/>
          </a:solidFill>
          <a:latin typeface="+mn-lt"/>
          <a:ea typeface="+mn-ea"/>
          <a:cs typeface="+mn-cs"/>
        </a:defRPr>
      </a:lvl4pPr>
      <a:lvl5pPr marL="1435608" indent="-274320" algn="l" defTabSz="609443" rtl="0" eaLnBrk="1" latinLnBrk="0" hangingPunct="1">
        <a:spcBef>
          <a:spcPts val="300"/>
        </a:spcBef>
        <a:buClr>
          <a:srgbClr val="1D9CE4"/>
        </a:buClr>
        <a:buFont typeface="Arial" panose="020B0604020202020204" pitchFamily="34" charset="0"/>
        <a:buChar char="•"/>
        <a:defRPr sz="2000" kern="1200">
          <a:solidFill>
            <a:srgbClr val="070707"/>
          </a:solidFill>
          <a:latin typeface="+mn-lt"/>
          <a:ea typeface="+mn-ea"/>
          <a:cs typeface="+mn-cs"/>
        </a:defRPr>
      </a:lvl5pPr>
      <a:lvl6pPr marL="3351933" indent="-304723" algn="l" defTabSz="609443" rtl="0" eaLnBrk="1" latinLnBrk="0" hangingPunct="1">
        <a:spcBef>
          <a:spcPct val="20000"/>
        </a:spcBef>
        <a:buFont typeface="Arial"/>
        <a:buChar char="•"/>
        <a:defRPr sz="2700" kern="1200">
          <a:solidFill>
            <a:schemeClr val="tx1"/>
          </a:solidFill>
          <a:latin typeface="+mn-lt"/>
          <a:ea typeface="+mn-ea"/>
          <a:cs typeface="+mn-cs"/>
        </a:defRPr>
      </a:lvl6pPr>
      <a:lvl7pPr marL="3961376" indent="-304723" algn="l" defTabSz="609443" rtl="0" eaLnBrk="1" latinLnBrk="0" hangingPunct="1">
        <a:spcBef>
          <a:spcPct val="20000"/>
        </a:spcBef>
        <a:buFont typeface="Arial"/>
        <a:buChar char="•"/>
        <a:defRPr sz="2700" kern="1200">
          <a:solidFill>
            <a:schemeClr val="tx1"/>
          </a:solidFill>
          <a:latin typeface="+mn-lt"/>
          <a:ea typeface="+mn-ea"/>
          <a:cs typeface="+mn-cs"/>
        </a:defRPr>
      </a:lvl7pPr>
      <a:lvl8pPr marL="4570819" indent="-304723" algn="l" defTabSz="609443" rtl="0" eaLnBrk="1" latinLnBrk="0" hangingPunct="1">
        <a:spcBef>
          <a:spcPct val="20000"/>
        </a:spcBef>
        <a:buFont typeface="Arial"/>
        <a:buChar char="•"/>
        <a:defRPr sz="2700" kern="1200">
          <a:solidFill>
            <a:schemeClr val="tx1"/>
          </a:solidFill>
          <a:latin typeface="+mn-lt"/>
          <a:ea typeface="+mn-ea"/>
          <a:cs typeface="+mn-cs"/>
        </a:defRPr>
      </a:lvl8pPr>
      <a:lvl9pPr marL="5180261" indent="-304723" algn="l" defTabSz="609443" rtl="0" eaLnBrk="1" latinLnBrk="0" hangingPunct="1">
        <a:spcBef>
          <a:spcPct val="20000"/>
        </a:spcBef>
        <a:buFont typeface="Arial"/>
        <a:buChar char="•"/>
        <a:defRPr sz="2700" kern="1200">
          <a:solidFill>
            <a:schemeClr val="tx1"/>
          </a:solidFill>
          <a:latin typeface="+mn-lt"/>
          <a:ea typeface="+mn-ea"/>
          <a:cs typeface="+mn-cs"/>
        </a:defRPr>
      </a:lvl9pPr>
    </p:bodyStyle>
    <p:otherStyle>
      <a:defPPr>
        <a:defRPr lang="en-US"/>
      </a:defPPr>
      <a:lvl1pPr marL="0" algn="l" defTabSz="609443" rtl="0" eaLnBrk="1" latinLnBrk="0" hangingPunct="1">
        <a:defRPr sz="2400" kern="1200">
          <a:solidFill>
            <a:schemeClr val="tx1"/>
          </a:solidFill>
          <a:latin typeface="+mn-lt"/>
          <a:ea typeface="+mn-ea"/>
          <a:cs typeface="+mn-cs"/>
        </a:defRPr>
      </a:lvl1pPr>
      <a:lvl2pPr marL="609443" algn="l" defTabSz="609443" rtl="0" eaLnBrk="1" latinLnBrk="0" hangingPunct="1">
        <a:defRPr sz="2400" kern="1200">
          <a:solidFill>
            <a:schemeClr val="tx1"/>
          </a:solidFill>
          <a:latin typeface="+mn-lt"/>
          <a:ea typeface="+mn-ea"/>
          <a:cs typeface="+mn-cs"/>
        </a:defRPr>
      </a:lvl2pPr>
      <a:lvl3pPr marL="1218885" algn="l" defTabSz="609443" rtl="0" eaLnBrk="1" latinLnBrk="0" hangingPunct="1">
        <a:defRPr sz="2400" kern="1200">
          <a:solidFill>
            <a:schemeClr val="tx1"/>
          </a:solidFill>
          <a:latin typeface="+mn-lt"/>
          <a:ea typeface="+mn-ea"/>
          <a:cs typeface="+mn-cs"/>
        </a:defRPr>
      </a:lvl3pPr>
      <a:lvl4pPr marL="1828328" algn="l" defTabSz="609443" rtl="0" eaLnBrk="1" latinLnBrk="0" hangingPunct="1">
        <a:defRPr sz="2400" kern="1200">
          <a:solidFill>
            <a:schemeClr val="tx1"/>
          </a:solidFill>
          <a:latin typeface="+mn-lt"/>
          <a:ea typeface="+mn-ea"/>
          <a:cs typeface="+mn-cs"/>
        </a:defRPr>
      </a:lvl4pPr>
      <a:lvl5pPr marL="2437771" algn="l" defTabSz="609443" rtl="0" eaLnBrk="1" latinLnBrk="0" hangingPunct="1">
        <a:defRPr sz="2400" kern="1200">
          <a:solidFill>
            <a:schemeClr val="tx1"/>
          </a:solidFill>
          <a:latin typeface="+mn-lt"/>
          <a:ea typeface="+mn-ea"/>
          <a:cs typeface="+mn-cs"/>
        </a:defRPr>
      </a:lvl5pPr>
      <a:lvl6pPr marL="3047213" algn="l" defTabSz="609443" rtl="0" eaLnBrk="1" latinLnBrk="0" hangingPunct="1">
        <a:defRPr sz="2400" kern="1200">
          <a:solidFill>
            <a:schemeClr val="tx1"/>
          </a:solidFill>
          <a:latin typeface="+mn-lt"/>
          <a:ea typeface="+mn-ea"/>
          <a:cs typeface="+mn-cs"/>
        </a:defRPr>
      </a:lvl6pPr>
      <a:lvl7pPr marL="3656656" algn="l" defTabSz="609443" rtl="0" eaLnBrk="1" latinLnBrk="0" hangingPunct="1">
        <a:defRPr sz="2400" kern="1200">
          <a:solidFill>
            <a:schemeClr val="tx1"/>
          </a:solidFill>
          <a:latin typeface="+mn-lt"/>
          <a:ea typeface="+mn-ea"/>
          <a:cs typeface="+mn-cs"/>
        </a:defRPr>
      </a:lvl7pPr>
      <a:lvl8pPr marL="4266097" algn="l" defTabSz="609443" rtl="0" eaLnBrk="1" latinLnBrk="0" hangingPunct="1">
        <a:defRPr sz="2400" kern="1200">
          <a:solidFill>
            <a:schemeClr val="tx1"/>
          </a:solidFill>
          <a:latin typeface="+mn-lt"/>
          <a:ea typeface="+mn-ea"/>
          <a:cs typeface="+mn-cs"/>
        </a:defRPr>
      </a:lvl8pPr>
      <a:lvl9pPr marL="4875541" algn="l" defTabSz="609443"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59">
          <p15:clr>
            <a:srgbClr val="F26B43"/>
          </p15:clr>
        </p15:guide>
        <p15:guide id="2" pos="16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microsoft.com/office/2018/10/relationships/comments" Target="../comments/modernComment_102_58B801B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8/10/relationships/comments" Target="../comments/modernComment_7C1_506A53C4.xml"/><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0.xml.rels><?xml version="1.0" encoding="UTF-8" standalone="yes"?>
<Relationships xmlns="http://schemas.openxmlformats.org/package/2006/relationships"><Relationship Id="rId2" Type="http://schemas.openxmlformats.org/officeDocument/2006/relationships/hyperlink" Target="https://docs.zephyrproject.org/latest/develop/getting_started/index.html"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hyperlink" Target="https://docs.zephyrproject.org/latest/develop/west/index.html"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hyperlink" Target="https://docs.zephyrproject.org/latest/doxygen/html/index.html"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sarpuser/getting-started-with-zephyr/tree/main/bz6_bugfix" TargetMode="Externa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docs.zephyrproject.org/latest/build/dts/api/bindings.html" TargetMode="Externa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hyperlink" Target="https://docs.zephyrproject.org/latest/kconfig.html" TargetMode="Externa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microsoft.com/office/2018/10/relationships/comments" Target="../comments/modernComment_7CF_78F61D0C.xml"/><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hyperlink" Target="https://www.microchip.com/en-us/about/legal-information/microchip-trademarks" TargetMode="Externa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C00A251B-C326-0846-194B-590CC37359D8}"/>
              </a:ext>
            </a:extLst>
          </p:cNvPr>
          <p:cNvSpPr>
            <a:spLocks noGrp="1"/>
          </p:cNvSpPr>
          <p:nvPr>
            <p:ph type="body" sz="quarter" idx="13"/>
          </p:nvPr>
        </p:nvSpPr>
        <p:spPr>
          <a:xfrm>
            <a:off x="10376452" y="5272160"/>
            <a:ext cx="1302025" cy="345758"/>
          </a:xfrm>
        </p:spPr>
        <p:txBody>
          <a:bodyPr/>
          <a:lstStyle/>
          <a:p>
            <a:r>
              <a:rPr lang="en-US" dirty="0"/>
              <a:t>Dan Tang</a:t>
            </a:r>
          </a:p>
        </p:txBody>
      </p:sp>
      <p:sp>
        <p:nvSpPr>
          <p:cNvPr id="3" name="Title 2">
            <a:extLst>
              <a:ext uri="{FF2B5EF4-FFF2-40B4-BE49-F238E27FC236}">
                <a16:creationId xmlns:a16="http://schemas.microsoft.com/office/drawing/2014/main" id="{9B04E106-1DD7-76DE-B306-8B0E2E97C23F}"/>
              </a:ext>
            </a:extLst>
          </p:cNvPr>
          <p:cNvSpPr>
            <a:spLocks noGrp="1"/>
          </p:cNvSpPr>
          <p:nvPr>
            <p:ph type="ctrTitle"/>
          </p:nvPr>
        </p:nvSpPr>
        <p:spPr>
          <a:xfrm>
            <a:off x="6705600" y="3551583"/>
            <a:ext cx="5100531" cy="1415776"/>
          </a:xfrm>
        </p:spPr>
        <p:txBody>
          <a:bodyPr/>
          <a:lstStyle/>
          <a:p>
            <a:r>
              <a:rPr lang="en-US" dirty="0"/>
              <a:t>Using Zephyr® RTOS on Microchip MCUs</a:t>
            </a:r>
          </a:p>
        </p:txBody>
      </p:sp>
      <p:sp>
        <p:nvSpPr>
          <p:cNvPr id="2" name="Text Placeholder 11">
            <a:extLst>
              <a:ext uri="{FF2B5EF4-FFF2-40B4-BE49-F238E27FC236}">
                <a16:creationId xmlns:a16="http://schemas.microsoft.com/office/drawing/2014/main" id="{0BDFCF78-B15D-76D7-9F83-F4799095E848}"/>
              </a:ext>
            </a:extLst>
          </p:cNvPr>
          <p:cNvSpPr txBox="1">
            <a:spLocks/>
          </p:cNvSpPr>
          <p:nvPr/>
        </p:nvSpPr>
        <p:spPr>
          <a:xfrm>
            <a:off x="10005392" y="5617918"/>
            <a:ext cx="1673086" cy="345758"/>
          </a:xfrm>
          <a:prstGeom prst="rect">
            <a:avLst/>
          </a:prstGeom>
        </p:spPr>
        <p:txBody>
          <a:bodyPr vert="horz" lIns="121888" tIns="60944" rIns="0" bIns="0" rtlCol="0" anchor="b" anchorCtr="0">
            <a:noAutofit/>
          </a:bodyPr>
          <a:lstStyle>
            <a:lvl1pPr marL="0" indent="0" algn="r" defTabSz="609443" rtl="0" eaLnBrk="1" latinLnBrk="0" hangingPunct="1">
              <a:lnSpc>
                <a:spcPts val="2340"/>
              </a:lnSpc>
              <a:spcBef>
                <a:spcPts val="300"/>
              </a:spcBef>
              <a:buClr>
                <a:srgbClr val="0E3689"/>
              </a:buClr>
              <a:buFont typeface="Arial"/>
              <a:buNone/>
              <a:defRPr sz="2100" b="0" kern="1200">
                <a:solidFill>
                  <a:schemeClr val="accent1"/>
                </a:solidFill>
                <a:latin typeface="+mn-lt"/>
                <a:ea typeface="+mn-ea"/>
                <a:cs typeface="+mn-cs"/>
              </a:defRPr>
            </a:lvl1pPr>
            <a:lvl2pPr marL="576072" indent="-274320" algn="l" defTabSz="609443" rtl="0" eaLnBrk="1" latinLnBrk="0" hangingPunct="1">
              <a:spcBef>
                <a:spcPts val="300"/>
              </a:spcBef>
              <a:buClr>
                <a:srgbClr val="1D9CE4"/>
              </a:buClr>
              <a:buFont typeface="Arial" panose="020B0604020202020204" pitchFamily="34" charset="0"/>
              <a:buChar char="•"/>
              <a:defRPr sz="2800" kern="1200">
                <a:solidFill>
                  <a:srgbClr val="070707"/>
                </a:solidFill>
                <a:latin typeface="+mn-lt"/>
                <a:ea typeface="+mn-ea"/>
                <a:cs typeface="+mn-cs"/>
              </a:defRPr>
            </a:lvl2pPr>
            <a:lvl3pPr marL="868680" indent="-274320" algn="l" defTabSz="609443" rtl="0" eaLnBrk="1" latinLnBrk="0" hangingPunct="1">
              <a:spcBef>
                <a:spcPts val="300"/>
              </a:spcBef>
              <a:buClr>
                <a:srgbClr val="1D9CE4"/>
              </a:buClr>
              <a:buFont typeface="Arial"/>
              <a:buChar char="•"/>
              <a:defRPr sz="2400" kern="1200">
                <a:solidFill>
                  <a:srgbClr val="070707"/>
                </a:solidFill>
                <a:latin typeface="+mn-lt"/>
                <a:ea typeface="+mn-ea"/>
                <a:cs typeface="+mn-cs"/>
              </a:defRPr>
            </a:lvl3pPr>
            <a:lvl4pPr marL="1143000" indent="-274320" algn="l" defTabSz="609443" rtl="0" eaLnBrk="1" latinLnBrk="0" hangingPunct="1">
              <a:spcBef>
                <a:spcPts val="300"/>
              </a:spcBef>
              <a:buClr>
                <a:srgbClr val="1D9CE4"/>
              </a:buClr>
              <a:buFont typeface="Arial" panose="020B0604020202020204" pitchFamily="34" charset="0"/>
              <a:buChar char="•"/>
              <a:defRPr sz="2000" kern="1200">
                <a:solidFill>
                  <a:srgbClr val="070707"/>
                </a:solidFill>
                <a:latin typeface="+mn-lt"/>
                <a:ea typeface="+mn-ea"/>
                <a:cs typeface="+mn-cs"/>
              </a:defRPr>
            </a:lvl4pPr>
            <a:lvl5pPr marL="1435608" indent="-274320" algn="l" defTabSz="609443" rtl="0" eaLnBrk="1" latinLnBrk="0" hangingPunct="1">
              <a:spcBef>
                <a:spcPts val="300"/>
              </a:spcBef>
              <a:buClr>
                <a:srgbClr val="1D9CE4"/>
              </a:buClr>
              <a:buFont typeface="Arial" panose="020B0604020202020204" pitchFamily="34" charset="0"/>
              <a:buChar char="•"/>
              <a:defRPr sz="2000" kern="1200">
                <a:solidFill>
                  <a:srgbClr val="070707"/>
                </a:solidFill>
                <a:latin typeface="+mn-lt"/>
                <a:ea typeface="+mn-ea"/>
                <a:cs typeface="+mn-cs"/>
              </a:defRPr>
            </a:lvl5pPr>
            <a:lvl6pPr marL="3351933" indent="-304723" algn="l" defTabSz="609443" rtl="0" eaLnBrk="1" latinLnBrk="0" hangingPunct="1">
              <a:spcBef>
                <a:spcPct val="20000"/>
              </a:spcBef>
              <a:buFont typeface="Arial"/>
              <a:buChar char="•"/>
              <a:defRPr sz="2700" kern="1200">
                <a:solidFill>
                  <a:schemeClr val="tx1"/>
                </a:solidFill>
                <a:latin typeface="+mn-lt"/>
                <a:ea typeface="+mn-ea"/>
                <a:cs typeface="+mn-cs"/>
              </a:defRPr>
            </a:lvl6pPr>
            <a:lvl7pPr marL="3961376" indent="-304723" algn="l" defTabSz="609443" rtl="0" eaLnBrk="1" latinLnBrk="0" hangingPunct="1">
              <a:spcBef>
                <a:spcPct val="20000"/>
              </a:spcBef>
              <a:buFont typeface="Arial"/>
              <a:buChar char="•"/>
              <a:defRPr sz="2700" kern="1200">
                <a:solidFill>
                  <a:schemeClr val="tx1"/>
                </a:solidFill>
                <a:latin typeface="+mn-lt"/>
                <a:ea typeface="+mn-ea"/>
                <a:cs typeface="+mn-cs"/>
              </a:defRPr>
            </a:lvl7pPr>
            <a:lvl8pPr marL="4570819" indent="-304723" algn="l" defTabSz="609443" rtl="0" eaLnBrk="1" latinLnBrk="0" hangingPunct="1">
              <a:spcBef>
                <a:spcPct val="20000"/>
              </a:spcBef>
              <a:buFont typeface="Arial"/>
              <a:buChar char="•"/>
              <a:defRPr sz="2700" kern="1200">
                <a:solidFill>
                  <a:schemeClr val="tx1"/>
                </a:solidFill>
                <a:latin typeface="+mn-lt"/>
                <a:ea typeface="+mn-ea"/>
                <a:cs typeface="+mn-cs"/>
              </a:defRPr>
            </a:lvl8pPr>
            <a:lvl9pPr marL="5180261" indent="-304723" algn="l" defTabSz="609443" rtl="0" eaLnBrk="1" latinLnBrk="0" hangingPunct="1">
              <a:spcBef>
                <a:spcPct val="20000"/>
              </a:spcBef>
              <a:buFont typeface="Arial"/>
              <a:buChar char="•"/>
              <a:defRPr sz="2700" kern="1200">
                <a:solidFill>
                  <a:schemeClr val="tx1"/>
                </a:solidFill>
                <a:latin typeface="+mn-lt"/>
                <a:ea typeface="+mn-ea"/>
                <a:cs typeface="+mn-cs"/>
              </a:defRPr>
            </a:lvl9pPr>
          </a:lstStyle>
          <a:p>
            <a:endParaRPr lang="en-US" b="1" dirty="0"/>
          </a:p>
          <a:p>
            <a:r>
              <a:rPr lang="en-US" dirty="0"/>
              <a:t>26017 RTOS1</a:t>
            </a:r>
          </a:p>
        </p:txBody>
      </p:sp>
    </p:spTree>
    <p:extLst>
      <p:ext uri="{BB962C8B-B14F-4D97-AF65-F5344CB8AC3E}">
        <p14:creationId xmlns:p14="http://schemas.microsoft.com/office/powerpoint/2010/main" val="2176522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9AA2715F-7D55-22E8-8353-425E02886798}"/>
              </a:ext>
            </a:extLst>
          </p:cNvPr>
          <p:cNvSpPr>
            <a:spLocks noGrp="1" noChangeArrowheads="1"/>
          </p:cNvSpPr>
          <p:nvPr>
            <p:ph type="title"/>
          </p:nvPr>
        </p:nvSpPr>
        <p:spPr>
          <a:xfrm>
            <a:off x="355509" y="153253"/>
            <a:ext cx="10607429" cy="628486"/>
          </a:xfrm>
        </p:spPr>
        <p:txBody>
          <a:bodyPr>
            <a:noAutofit/>
          </a:bodyPr>
          <a:lstStyle/>
          <a:p>
            <a:r>
              <a:rPr lang="en-US" altLang="en-US"/>
              <a:t>Module Objectives</a:t>
            </a:r>
            <a:endParaRPr lang="en-US" altLang="en-US" b="1">
              <a:solidFill>
                <a:srgbClr val="0E3689"/>
              </a:solidFill>
            </a:endParaRPr>
          </a:p>
        </p:txBody>
      </p:sp>
      <p:sp>
        <p:nvSpPr>
          <p:cNvPr id="7171" name="Rectangle 3">
            <a:extLst>
              <a:ext uri="{FF2B5EF4-FFF2-40B4-BE49-F238E27FC236}">
                <a16:creationId xmlns:a16="http://schemas.microsoft.com/office/drawing/2014/main" id="{7901454A-4EEC-D298-D0FE-0DADE30F0673}"/>
              </a:ext>
            </a:extLst>
          </p:cNvPr>
          <p:cNvSpPr>
            <a:spLocks noGrp="1" noChangeArrowheads="1"/>
          </p:cNvSpPr>
          <p:nvPr>
            <p:ph idx="1"/>
          </p:nvPr>
        </p:nvSpPr>
        <p:spPr>
          <a:xfrm>
            <a:off x="355509" y="781739"/>
            <a:ext cx="10512862" cy="5347599"/>
          </a:xfrm>
        </p:spPr>
        <p:txBody>
          <a:bodyPr vert="horz" lIns="121856" tIns="60928" rIns="121856" bIns="60928" rtlCol="0" anchor="t">
            <a:noAutofit/>
          </a:bodyPr>
          <a:lstStyle/>
          <a:p>
            <a:r>
              <a:rPr lang="en-US" altLang="en-US" dirty="0">
                <a:cs typeface="Calibri"/>
              </a:rPr>
              <a:t>Attendees will be prepared to build their first project using Zephyr® OS, an open source RTOS </a:t>
            </a:r>
          </a:p>
          <a:p>
            <a:r>
              <a:rPr lang="en-US" altLang="en-US" b="0" dirty="0">
                <a:cs typeface="Calibri"/>
              </a:rPr>
              <a:t>You will learn to create and debug projects in the Zephyr OS ecosystem</a:t>
            </a:r>
            <a:endParaRPr lang="en-US" altLang="en-US" b="0" dirty="0"/>
          </a:p>
          <a:p>
            <a:r>
              <a:rPr lang="en-US" altLang="en-US" b="0" dirty="0">
                <a:cs typeface="Calibri"/>
              </a:rPr>
              <a:t>You will learn to use Zephyr OS Threads and Message Queues to enable inter-process communications</a:t>
            </a:r>
          </a:p>
          <a:p>
            <a:r>
              <a:rPr lang="en-US" altLang="en-US" b="0" dirty="0">
                <a:cs typeface="Calibri"/>
              </a:rPr>
              <a:t>You will gain comfort using the Zephyr OS Devicetree to define and configure attached hardware and peripherals</a:t>
            </a:r>
            <a:endParaRPr lang="en-US" altLang="en-US" b="0" dirty="0"/>
          </a:p>
          <a:p>
            <a:r>
              <a:rPr lang="en-US" altLang="en-US" b="0" dirty="0">
                <a:cs typeface="Calibri"/>
              </a:rPr>
              <a:t>You will learn to find published support documentation and use messaging apps to seek help</a:t>
            </a:r>
            <a:endParaRPr lang="en-US" altLang="en-US" b="0" dirty="0"/>
          </a:p>
        </p:txBody>
      </p:sp>
      <p:sp>
        <p:nvSpPr>
          <p:cNvPr id="2" name="Slide Number Placeholder 1">
            <a:extLst>
              <a:ext uri="{FF2B5EF4-FFF2-40B4-BE49-F238E27FC236}">
                <a16:creationId xmlns:a16="http://schemas.microsoft.com/office/drawing/2014/main" id="{D28533A9-D817-00E9-568D-4135F8B27C71}"/>
              </a:ext>
            </a:extLst>
          </p:cNvPr>
          <p:cNvSpPr>
            <a:spLocks noGrp="1"/>
          </p:cNvSpPr>
          <p:nvPr>
            <p:ph type="sldNum" sz="quarter" idx="4"/>
          </p:nvPr>
        </p:nvSpPr>
        <p:spPr>
          <a:xfrm>
            <a:off x="153172" y="6454794"/>
            <a:ext cx="386650" cy="364348"/>
          </a:xfrm>
          <a:prstGeom prst="rect">
            <a:avLst/>
          </a:prstGeom>
        </p:spPr>
        <p:txBody>
          <a:bodyPr vert="horz" lIns="91416" tIns="45708" rIns="91416" bIns="45708"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Arial" panose="020B0604020202020204" pitchFamily="34" charset="0"/>
                <a:ea typeface="+mn-ea"/>
                <a:cs typeface="+mn-cs"/>
              </a:defRPr>
            </a:lvl1pPr>
            <a:lvl2pPr marL="457063"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126"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189"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251"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5314" algn="l" defTabSz="914126" rtl="0" eaLnBrk="1" latinLnBrk="0" hangingPunct="1">
              <a:defRPr kern="1200">
                <a:solidFill>
                  <a:schemeClr val="tx1"/>
                </a:solidFill>
                <a:latin typeface="Arial" panose="020B0604020202020204" pitchFamily="34" charset="0"/>
                <a:ea typeface="+mn-ea"/>
                <a:cs typeface="+mn-cs"/>
              </a:defRPr>
            </a:lvl6pPr>
            <a:lvl7pPr marL="2742377" algn="l" defTabSz="914126" rtl="0" eaLnBrk="1" latinLnBrk="0" hangingPunct="1">
              <a:defRPr kern="1200">
                <a:solidFill>
                  <a:schemeClr val="tx1"/>
                </a:solidFill>
                <a:latin typeface="Arial" panose="020B0604020202020204" pitchFamily="34" charset="0"/>
                <a:ea typeface="+mn-ea"/>
                <a:cs typeface="+mn-cs"/>
              </a:defRPr>
            </a:lvl7pPr>
            <a:lvl8pPr marL="3199440" algn="l" defTabSz="914126" rtl="0" eaLnBrk="1" latinLnBrk="0" hangingPunct="1">
              <a:defRPr kern="1200">
                <a:solidFill>
                  <a:schemeClr val="tx1"/>
                </a:solidFill>
                <a:latin typeface="Arial" panose="020B0604020202020204" pitchFamily="34" charset="0"/>
                <a:ea typeface="+mn-ea"/>
                <a:cs typeface="+mn-cs"/>
              </a:defRPr>
            </a:lvl8pPr>
            <a:lvl9pPr marL="3656503" algn="l" defTabSz="914126" rtl="0" eaLnBrk="1" latinLnBrk="0" hangingPunct="1">
              <a:defRPr kern="1200">
                <a:solidFill>
                  <a:schemeClr val="tx1"/>
                </a:solidFill>
                <a:latin typeface="Arial" panose="020B0604020202020204" pitchFamily="34" charset="0"/>
                <a:ea typeface="+mn-ea"/>
                <a:cs typeface="+mn-cs"/>
              </a:defRPr>
            </a:lvl9pPr>
          </a:lstStyle>
          <a:p>
            <a:fld id="{4081AA82-C1C2-924B-B843-6C0FB13ED72E}" type="slidenum">
              <a:rPr lang="en-US" smtClean="0"/>
              <a:pPr/>
              <a:t>2</a:t>
            </a:fld>
            <a:endParaRPr lang="en-US"/>
          </a:p>
        </p:txBody>
      </p:sp>
      <p:sp>
        <p:nvSpPr>
          <p:cNvPr id="3" name="Footer Placeholder 2">
            <a:extLst>
              <a:ext uri="{FF2B5EF4-FFF2-40B4-BE49-F238E27FC236}">
                <a16:creationId xmlns:a16="http://schemas.microsoft.com/office/drawing/2014/main" id="{069F2056-1AEF-E231-72E8-8D40B22E700B}"/>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endParaRPr lang="en-US" dirty="0">
              <a:latin typeface="Calibri Light" panose="020F0302020204030204" pitchFamily="34" charset="0"/>
              <a:cs typeface="Calibri Light" panose="020F03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F19C4-902A-6C3A-B2EB-8C4438D4E58A}"/>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EA52CAA2-0E23-E594-1AAE-92A52BD81748}"/>
              </a:ext>
            </a:extLst>
          </p:cNvPr>
          <p:cNvSpPr>
            <a:spLocks noGrp="1" noChangeArrowheads="1"/>
          </p:cNvSpPr>
          <p:nvPr>
            <p:ph type="title"/>
          </p:nvPr>
        </p:nvSpPr>
        <p:spPr>
          <a:xfrm>
            <a:off x="355509" y="153253"/>
            <a:ext cx="10607429" cy="628486"/>
          </a:xfrm>
        </p:spPr>
        <p:txBody>
          <a:bodyPr>
            <a:noAutofit/>
          </a:bodyPr>
          <a:lstStyle/>
          <a:p>
            <a:pPr eaLnBrk="1" hangingPunct="1"/>
            <a:r>
              <a:rPr lang="en-US" altLang="en-US" b="1" dirty="0">
                <a:solidFill>
                  <a:srgbClr val="0E3689"/>
                </a:solidFill>
              </a:rPr>
              <a:t>Agenda</a:t>
            </a:r>
          </a:p>
        </p:txBody>
      </p:sp>
      <p:sp>
        <p:nvSpPr>
          <p:cNvPr id="7171" name="Rectangle 3">
            <a:extLst>
              <a:ext uri="{FF2B5EF4-FFF2-40B4-BE49-F238E27FC236}">
                <a16:creationId xmlns:a16="http://schemas.microsoft.com/office/drawing/2014/main" id="{843FB719-ACDB-EC77-8248-F291433395A0}"/>
              </a:ext>
            </a:extLst>
          </p:cNvPr>
          <p:cNvSpPr>
            <a:spLocks noGrp="1" noChangeArrowheads="1"/>
          </p:cNvSpPr>
          <p:nvPr>
            <p:ph idx="1"/>
          </p:nvPr>
        </p:nvSpPr>
        <p:spPr>
          <a:xfrm>
            <a:off x="348708" y="781739"/>
            <a:ext cx="10519663" cy="5499791"/>
          </a:xfrm>
        </p:spPr>
        <p:txBody>
          <a:bodyPr vert="horz" lIns="121856" tIns="60928" rIns="121856" bIns="60928" rtlCol="0" anchor="t">
            <a:normAutofit fontScale="92500" lnSpcReduction="10000"/>
          </a:bodyPr>
          <a:lstStyle/>
          <a:p>
            <a:r>
              <a:rPr lang="en-US" altLang="en-US" dirty="0"/>
              <a:t>Overview of Zephyr® OS</a:t>
            </a:r>
          </a:p>
          <a:p>
            <a:pPr marL="575945" lvl="1"/>
            <a:r>
              <a:rPr lang="en-US" altLang="en-US" dirty="0"/>
              <a:t>Zephyr OS SDK, West and Zephyr OS Project Folder</a:t>
            </a:r>
          </a:p>
          <a:p>
            <a:pPr marL="575945" lvl="1"/>
            <a:r>
              <a:rPr lang="en-US" dirty="0">
                <a:ea typeface="+mn-lt"/>
                <a:cs typeface="+mn-lt"/>
              </a:rPr>
              <a:t>Finding Zephyr OS APIs</a:t>
            </a:r>
          </a:p>
          <a:p>
            <a:pPr marL="575945" lvl="1"/>
            <a:r>
              <a:rPr lang="en-US" altLang="en-US" dirty="0"/>
              <a:t>Lab 1 – Blinky/Creating Your First Project</a:t>
            </a:r>
            <a:endParaRPr lang="en-US" altLang="en-US" dirty="0">
              <a:ea typeface="Calibri"/>
              <a:cs typeface="Calibri"/>
            </a:endParaRPr>
          </a:p>
          <a:p>
            <a:r>
              <a:rPr lang="en-US" altLang="en-US" dirty="0"/>
              <a:t>Zephyr OS Kernel Services</a:t>
            </a:r>
            <a:endParaRPr lang="en-US" altLang="en-US" dirty="0">
              <a:ea typeface="Calibri"/>
              <a:cs typeface="Calibri"/>
            </a:endParaRPr>
          </a:p>
          <a:p>
            <a:pPr marL="575945" lvl="1"/>
            <a:r>
              <a:rPr lang="en-US" altLang="en-US" dirty="0"/>
              <a:t>Tasks and Inter-process Communication</a:t>
            </a:r>
            <a:endParaRPr lang="en-US" altLang="en-US" dirty="0">
              <a:ea typeface="Calibri"/>
              <a:cs typeface="Calibri"/>
            </a:endParaRPr>
          </a:p>
          <a:p>
            <a:pPr marL="575945" lvl="1"/>
            <a:r>
              <a:rPr lang="en-US" altLang="en-US" dirty="0"/>
              <a:t>Lab 2 – Creating Threads and Queues</a:t>
            </a:r>
            <a:endParaRPr lang="en-US" altLang="en-US" dirty="0">
              <a:ea typeface="Calibri"/>
              <a:cs typeface="Calibri"/>
            </a:endParaRPr>
          </a:p>
          <a:p>
            <a:r>
              <a:rPr lang="en-US" altLang="en-US" dirty="0">
                <a:cs typeface="Calibri"/>
              </a:rPr>
              <a:t>Zephyr OS Devicetree</a:t>
            </a:r>
          </a:p>
          <a:p>
            <a:pPr lvl="1"/>
            <a:r>
              <a:rPr lang="en-US" altLang="en-US" dirty="0">
                <a:cs typeface="Calibri"/>
              </a:rPr>
              <a:t>Devicetree Overview and Vocabulary</a:t>
            </a:r>
          </a:p>
          <a:p>
            <a:pPr marL="575945" lvl="1"/>
            <a:r>
              <a:rPr lang="en-US" altLang="en-US" dirty="0">
                <a:cs typeface="Calibri"/>
              </a:rPr>
              <a:t>.</a:t>
            </a:r>
            <a:r>
              <a:rPr lang="en-US" altLang="en-US" dirty="0" err="1">
                <a:cs typeface="Calibri"/>
              </a:rPr>
              <a:t>dtsi</a:t>
            </a:r>
            <a:r>
              <a:rPr lang="en-US" altLang="en-US" dirty="0">
                <a:cs typeface="Calibri"/>
              </a:rPr>
              <a:t> Files and Overlays</a:t>
            </a:r>
            <a:endParaRPr lang="en-US" altLang="en-US" dirty="0">
              <a:ea typeface="Calibri"/>
              <a:cs typeface="Calibri"/>
            </a:endParaRPr>
          </a:p>
          <a:p>
            <a:pPr marL="575945" lvl="1"/>
            <a:r>
              <a:rPr lang="en-US" altLang="en-US" dirty="0"/>
              <a:t>Lab 3 – Using Console to Enable </a:t>
            </a:r>
            <a:r>
              <a:rPr lang="en-US" altLang="en-US" dirty="0" err="1"/>
              <a:t>Wifi</a:t>
            </a:r>
            <a:r>
              <a:rPr lang="en-US" altLang="en-US" dirty="0"/>
              <a:t> Connections with WINC1500</a:t>
            </a:r>
            <a:endParaRPr lang="en-US" altLang="en-US" dirty="0">
              <a:ea typeface="Calibri"/>
              <a:cs typeface="Calibri"/>
            </a:endParaRPr>
          </a:p>
          <a:p>
            <a:r>
              <a:rPr lang="en-US" altLang="en-US" dirty="0"/>
              <a:t>Zephyr OS Services and Finding Support</a:t>
            </a:r>
            <a:endParaRPr lang="en-US" altLang="en-US" dirty="0">
              <a:ea typeface="Calibri"/>
              <a:cs typeface="Calibri"/>
            </a:endParaRPr>
          </a:p>
          <a:p>
            <a:r>
              <a:rPr lang="en-US" altLang="en-US" dirty="0"/>
              <a:t>Summary</a:t>
            </a:r>
            <a:endParaRPr lang="en-US" altLang="en-US" dirty="0">
              <a:cs typeface="Calibri"/>
            </a:endParaRPr>
          </a:p>
        </p:txBody>
      </p:sp>
      <p:sp>
        <p:nvSpPr>
          <p:cNvPr id="2" name="Slide Number Placeholder 1">
            <a:extLst>
              <a:ext uri="{FF2B5EF4-FFF2-40B4-BE49-F238E27FC236}">
                <a16:creationId xmlns:a16="http://schemas.microsoft.com/office/drawing/2014/main" id="{4BF81E8A-4837-DE2F-91C9-C23D73B9A607}"/>
              </a:ext>
            </a:extLst>
          </p:cNvPr>
          <p:cNvSpPr>
            <a:spLocks noGrp="1"/>
          </p:cNvSpPr>
          <p:nvPr>
            <p:ph type="sldNum" sz="quarter" idx="4"/>
          </p:nvPr>
        </p:nvSpPr>
        <p:spPr>
          <a:xfrm>
            <a:off x="153172" y="6454794"/>
            <a:ext cx="386650" cy="364348"/>
          </a:xfrm>
          <a:prstGeom prst="rect">
            <a:avLst/>
          </a:prstGeom>
        </p:spPr>
        <p:txBody>
          <a:bodyPr vert="horz" lIns="91416" tIns="45708" rIns="91416" bIns="45708"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Arial" panose="020B0604020202020204" pitchFamily="34" charset="0"/>
                <a:ea typeface="+mn-ea"/>
                <a:cs typeface="+mn-cs"/>
              </a:defRPr>
            </a:lvl1pPr>
            <a:lvl2pPr marL="457063"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126"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189"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251"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5314" algn="l" defTabSz="914126" rtl="0" eaLnBrk="1" latinLnBrk="0" hangingPunct="1">
              <a:defRPr kern="1200">
                <a:solidFill>
                  <a:schemeClr val="tx1"/>
                </a:solidFill>
                <a:latin typeface="Arial" panose="020B0604020202020204" pitchFamily="34" charset="0"/>
                <a:ea typeface="+mn-ea"/>
                <a:cs typeface="+mn-cs"/>
              </a:defRPr>
            </a:lvl6pPr>
            <a:lvl7pPr marL="2742377" algn="l" defTabSz="914126" rtl="0" eaLnBrk="1" latinLnBrk="0" hangingPunct="1">
              <a:defRPr kern="1200">
                <a:solidFill>
                  <a:schemeClr val="tx1"/>
                </a:solidFill>
                <a:latin typeface="Arial" panose="020B0604020202020204" pitchFamily="34" charset="0"/>
                <a:ea typeface="+mn-ea"/>
                <a:cs typeface="+mn-cs"/>
              </a:defRPr>
            </a:lvl7pPr>
            <a:lvl8pPr marL="3199440" algn="l" defTabSz="914126" rtl="0" eaLnBrk="1" latinLnBrk="0" hangingPunct="1">
              <a:defRPr kern="1200">
                <a:solidFill>
                  <a:schemeClr val="tx1"/>
                </a:solidFill>
                <a:latin typeface="Arial" panose="020B0604020202020204" pitchFamily="34" charset="0"/>
                <a:ea typeface="+mn-ea"/>
                <a:cs typeface="+mn-cs"/>
              </a:defRPr>
            </a:lvl8pPr>
            <a:lvl9pPr marL="3656503" algn="l" defTabSz="914126" rtl="0" eaLnBrk="1" latinLnBrk="0" hangingPunct="1">
              <a:defRPr kern="1200">
                <a:solidFill>
                  <a:schemeClr val="tx1"/>
                </a:solidFill>
                <a:latin typeface="Arial" panose="020B0604020202020204" pitchFamily="34" charset="0"/>
                <a:ea typeface="+mn-ea"/>
                <a:cs typeface="+mn-cs"/>
              </a:defRPr>
            </a:lvl9pPr>
          </a:lstStyle>
          <a:p>
            <a:fld id="{4081AA82-C1C2-924B-B843-6C0FB13ED72E}" type="slidenum">
              <a:rPr lang="en-US" smtClean="0"/>
              <a:pPr/>
              <a:t>3</a:t>
            </a:fld>
            <a:endParaRPr lang="en-US"/>
          </a:p>
        </p:txBody>
      </p:sp>
      <p:sp>
        <p:nvSpPr>
          <p:cNvPr id="3" name="Footer Placeholder 2">
            <a:extLst>
              <a:ext uri="{FF2B5EF4-FFF2-40B4-BE49-F238E27FC236}">
                <a16:creationId xmlns:a16="http://schemas.microsoft.com/office/drawing/2014/main" id="{D69B5168-BCEB-EDA7-D5D1-9A8B7795E9EB}"/>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endParaRPr lang="en-US"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900594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7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17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171">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171">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171">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171">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171">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171">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171">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171">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17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093D2-8E2F-750F-6596-BC2D06826F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6A3D24-214B-3E76-0256-4BBB1AEB6840}"/>
              </a:ext>
            </a:extLst>
          </p:cNvPr>
          <p:cNvSpPr>
            <a:spLocks noGrp="1"/>
          </p:cNvSpPr>
          <p:nvPr>
            <p:ph type="title"/>
          </p:nvPr>
        </p:nvSpPr>
        <p:spPr>
          <a:xfrm>
            <a:off x="5258374" y="2219819"/>
            <a:ext cx="6339695" cy="1591386"/>
          </a:xfrm>
        </p:spPr>
        <p:txBody>
          <a:bodyPr/>
          <a:lstStyle/>
          <a:p>
            <a:r>
              <a:rPr lang="en-US" altLang="en-US" dirty="0"/>
              <a:t>Overview of </a:t>
            </a:r>
            <a:br>
              <a:rPr lang="en-US" altLang="en-US" dirty="0"/>
            </a:br>
            <a:r>
              <a:rPr lang="en-US" altLang="en-US" dirty="0"/>
              <a:t>Zephyr® OS</a:t>
            </a:r>
          </a:p>
        </p:txBody>
      </p:sp>
    </p:spTree>
    <p:extLst>
      <p:ext uri="{BB962C8B-B14F-4D97-AF65-F5344CB8AC3E}">
        <p14:creationId xmlns:p14="http://schemas.microsoft.com/office/powerpoint/2010/main" val="3886791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D4B14-989B-D8EB-2BF2-DA5126A231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FA0AF1-0227-0311-AD8E-CB80DC2C4D15}"/>
              </a:ext>
            </a:extLst>
          </p:cNvPr>
          <p:cNvSpPr>
            <a:spLocks noGrp="1"/>
          </p:cNvSpPr>
          <p:nvPr>
            <p:ph type="title"/>
          </p:nvPr>
        </p:nvSpPr>
        <p:spPr>
          <a:xfrm>
            <a:off x="5099347" y="2034289"/>
            <a:ext cx="6339695" cy="1591386"/>
          </a:xfrm>
        </p:spPr>
        <p:txBody>
          <a:bodyPr/>
          <a:lstStyle/>
          <a:p>
            <a:r>
              <a:rPr lang="en-US" altLang="en-US" dirty="0"/>
              <a:t>What is an RTOS?</a:t>
            </a:r>
          </a:p>
        </p:txBody>
      </p:sp>
    </p:spTree>
    <p:extLst>
      <p:ext uri="{BB962C8B-B14F-4D97-AF65-F5344CB8AC3E}">
        <p14:creationId xmlns:p14="http://schemas.microsoft.com/office/powerpoint/2010/main" val="29849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F1965EB-0C65-F45B-CCEE-6585D29336BB}"/>
              </a:ext>
            </a:extLst>
          </p:cNvPr>
          <p:cNvSpPr/>
          <p:nvPr/>
        </p:nvSpPr>
        <p:spPr>
          <a:xfrm>
            <a:off x="2495842" y="995160"/>
            <a:ext cx="7197139" cy="5320355"/>
          </a:xfrm>
          <a:prstGeom prst="rect">
            <a:avLst/>
          </a:prstGeom>
          <a:effectLst>
            <a:outerShdw blurRad="50800" dist="38100" dir="2700000" algn="t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sz="1800" dirty="0"/>
              <a:t>#define LOOPDELAY	100ul</a:t>
            </a:r>
          </a:p>
          <a:p>
            <a:endParaRPr lang="en-US" sz="1800" dirty="0"/>
          </a:p>
          <a:p>
            <a:r>
              <a:rPr lang="en-US" sz="1800" dirty="0"/>
              <a:t>void main() {</a:t>
            </a:r>
          </a:p>
          <a:p>
            <a:r>
              <a:rPr lang="en-US" sz="1800" dirty="0"/>
              <a:t>	</a:t>
            </a:r>
            <a:r>
              <a:rPr lang="en-US" sz="1800" dirty="0" err="1"/>
              <a:t>setupBoard</a:t>
            </a:r>
            <a:r>
              <a:rPr lang="en-US" sz="1800" dirty="0"/>
              <a:t>();</a:t>
            </a:r>
            <a:br>
              <a:rPr lang="en-US" sz="1800" dirty="0"/>
            </a:br>
            <a:r>
              <a:rPr lang="en-US" sz="1800" dirty="0"/>
              <a:t>	</a:t>
            </a:r>
            <a:r>
              <a:rPr lang="en-US" sz="1800" dirty="0" err="1"/>
              <a:t>setupPeripherals</a:t>
            </a:r>
            <a:r>
              <a:rPr lang="en-US" sz="1800" dirty="0"/>
              <a:t>();</a:t>
            </a:r>
            <a:br>
              <a:rPr lang="en-US" sz="1800" dirty="0"/>
            </a:br>
            <a:br>
              <a:rPr lang="en-US" sz="1800" dirty="0"/>
            </a:br>
            <a:r>
              <a:rPr lang="en-US" sz="1800" dirty="0"/>
              <a:t>	while(true) {</a:t>
            </a:r>
          </a:p>
          <a:p>
            <a:r>
              <a:rPr lang="en-US" sz="1800" dirty="0"/>
              <a:t>		// Gather Sensor Data</a:t>
            </a:r>
          </a:p>
          <a:p>
            <a:r>
              <a:rPr lang="en-US" sz="1800" dirty="0"/>
              <a:t>		temperature = </a:t>
            </a:r>
            <a:r>
              <a:rPr lang="en-US" sz="1800" dirty="0" err="1"/>
              <a:t>getTemperature</a:t>
            </a:r>
            <a:r>
              <a:rPr lang="en-US" sz="1800" dirty="0"/>
              <a:t>(ADC_CHAN_1);</a:t>
            </a:r>
          </a:p>
          <a:p>
            <a:r>
              <a:rPr lang="en-US" sz="1800" dirty="0"/>
              <a:t>		current = </a:t>
            </a:r>
            <a:r>
              <a:rPr lang="en-US" sz="1800" dirty="0" err="1"/>
              <a:t>getCurrent</a:t>
            </a:r>
            <a:r>
              <a:rPr lang="en-US" sz="1800" dirty="0"/>
              <a:t>(ADC_CHAN_2);</a:t>
            </a:r>
          </a:p>
          <a:p>
            <a:r>
              <a:rPr lang="en-US" sz="1800" dirty="0"/>
              <a:t>		voltage = </a:t>
            </a:r>
            <a:r>
              <a:rPr lang="en-US" sz="1800" dirty="0" err="1"/>
              <a:t>getVoltage</a:t>
            </a:r>
            <a:r>
              <a:rPr lang="en-US" sz="1800" dirty="0"/>
              <a:t>(ADC_CHAN_3);</a:t>
            </a:r>
          </a:p>
          <a:p>
            <a:endParaRPr lang="en-US" sz="1800" dirty="0"/>
          </a:p>
          <a:p>
            <a:r>
              <a:rPr lang="en-US" sz="1800" dirty="0"/>
              <a:t>		// Act on current sensor data</a:t>
            </a:r>
          </a:p>
          <a:p>
            <a:r>
              <a:rPr lang="en-US" sz="1800" dirty="0"/>
              <a:t>		</a:t>
            </a:r>
            <a:r>
              <a:rPr lang="en-US" sz="1800" dirty="0" err="1"/>
              <a:t>checkFaults</a:t>
            </a:r>
            <a:r>
              <a:rPr lang="en-US" sz="1800" dirty="0"/>
              <a:t>(temperature, current, voltage);</a:t>
            </a:r>
          </a:p>
          <a:p>
            <a:r>
              <a:rPr lang="en-US" sz="1800" dirty="0"/>
              <a:t>		</a:t>
            </a:r>
            <a:r>
              <a:rPr lang="en-US" sz="1800" dirty="0" err="1"/>
              <a:t>serviceMotor</a:t>
            </a:r>
            <a:r>
              <a:rPr lang="en-US" sz="1800" dirty="0"/>
              <a:t>(temperature, current, voltage);</a:t>
            </a:r>
          </a:p>
          <a:p>
            <a:r>
              <a:rPr lang="en-US" sz="1800" dirty="0"/>
              <a:t>		</a:t>
            </a:r>
            <a:r>
              <a:rPr lang="en-US" sz="1800" dirty="0" err="1"/>
              <a:t>serviceUI</a:t>
            </a:r>
            <a:r>
              <a:rPr lang="en-US" sz="1800" dirty="0"/>
              <a:t>();</a:t>
            </a:r>
          </a:p>
          <a:p>
            <a:r>
              <a:rPr lang="en-US" sz="1800" dirty="0"/>
              <a:t>		</a:t>
            </a:r>
            <a:r>
              <a:rPr lang="en-US" sz="1800" dirty="0" err="1"/>
              <a:t>delayMS</a:t>
            </a:r>
            <a:r>
              <a:rPr lang="en-US" sz="1800" dirty="0"/>
              <a:t>(LOOPDELAY);</a:t>
            </a:r>
          </a:p>
          <a:p>
            <a:r>
              <a:rPr lang="en-US" sz="1800" dirty="0"/>
              <a:t>	}</a:t>
            </a:r>
          </a:p>
          <a:p>
            <a:r>
              <a:rPr lang="en-US" sz="1800" dirty="0"/>
              <a:t>}</a:t>
            </a:r>
          </a:p>
          <a:p>
            <a:r>
              <a:rPr lang="en-US" sz="1800" dirty="0"/>
              <a:t>    </a:t>
            </a:r>
          </a:p>
        </p:txBody>
      </p:sp>
      <p:sp>
        <p:nvSpPr>
          <p:cNvPr id="4" name="Rectangle 2">
            <a:extLst>
              <a:ext uri="{FF2B5EF4-FFF2-40B4-BE49-F238E27FC236}">
                <a16:creationId xmlns:a16="http://schemas.microsoft.com/office/drawing/2014/main" id="{5B071E7C-03C7-4B45-C7D5-7B8D41CD9788}"/>
              </a:ext>
            </a:extLst>
          </p:cNvPr>
          <p:cNvSpPr txBox="1">
            <a:spLocks noChangeArrowheads="1"/>
          </p:cNvSpPr>
          <p:nvPr/>
        </p:nvSpPr>
        <p:spPr>
          <a:xfrm>
            <a:off x="355509" y="153253"/>
            <a:ext cx="10607429" cy="628486"/>
          </a:xfrm>
          <a:prstGeom prst="rect">
            <a:avLst/>
          </a:prstGeom>
        </p:spPr>
        <p:txBody>
          <a:bodyPr>
            <a:noAutofit/>
          </a:bodyPr>
          <a:lstStyle>
            <a:lvl1pPr algn="l" defTabSz="609443" rtl="0" eaLnBrk="1" latinLnBrk="0" hangingPunct="1">
              <a:lnSpc>
                <a:spcPct val="100000"/>
              </a:lnSpc>
              <a:spcBef>
                <a:spcPct val="0"/>
              </a:spcBef>
              <a:buNone/>
              <a:defRPr sz="4400" b="1" kern="1200" normalizeH="0" baseline="0">
                <a:solidFill>
                  <a:srgbClr val="0E3689"/>
                </a:solidFill>
                <a:latin typeface="+mj-lt"/>
                <a:ea typeface="+mj-ea"/>
                <a:cs typeface="+mj-cs"/>
              </a:defRPr>
            </a:lvl1pPr>
          </a:lstStyle>
          <a:p>
            <a:r>
              <a:rPr lang="en-US" altLang="en-US" dirty="0"/>
              <a:t>Basic </a:t>
            </a:r>
            <a:r>
              <a:rPr lang="en-US" altLang="en-US" dirty="0" err="1"/>
              <a:t>Superloop</a:t>
            </a:r>
            <a:r>
              <a:rPr lang="en-US" altLang="en-US" dirty="0"/>
              <a:t> Code</a:t>
            </a:r>
          </a:p>
        </p:txBody>
      </p:sp>
      <p:sp>
        <p:nvSpPr>
          <p:cNvPr id="3" name="Footer Placeholder 2">
            <a:extLst>
              <a:ext uri="{FF2B5EF4-FFF2-40B4-BE49-F238E27FC236}">
                <a16:creationId xmlns:a16="http://schemas.microsoft.com/office/drawing/2014/main" id="{04A47911-472C-4D93-94CE-D99F5616D7BA}"/>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5" name="Slide Number Placeholder 4">
            <a:extLst>
              <a:ext uri="{FF2B5EF4-FFF2-40B4-BE49-F238E27FC236}">
                <a16:creationId xmlns:a16="http://schemas.microsoft.com/office/drawing/2014/main" id="{28451F5F-ED4B-7B1E-3CB6-742388386074}"/>
              </a:ext>
            </a:extLst>
          </p:cNvPr>
          <p:cNvSpPr>
            <a:spLocks noGrp="1"/>
          </p:cNvSpPr>
          <p:nvPr>
            <p:ph type="sldNum" sz="quarter" idx="4"/>
          </p:nvPr>
        </p:nvSpPr>
        <p:spPr/>
        <p:txBody>
          <a:bodyPr/>
          <a:lstStyle/>
          <a:p>
            <a:fld id="{4081AA82-C1C2-924B-B843-6C0FB13ED72E}" type="slidenum">
              <a:rPr lang="en-US" smtClean="0"/>
              <a:t>6</a:t>
            </a:fld>
            <a:endParaRPr lang="en-US"/>
          </a:p>
        </p:txBody>
      </p:sp>
    </p:spTree>
    <p:extLst>
      <p:ext uri="{BB962C8B-B14F-4D97-AF65-F5344CB8AC3E}">
        <p14:creationId xmlns:p14="http://schemas.microsoft.com/office/powerpoint/2010/main" val="2402668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79A543-3003-F482-1A0D-73F77178D73C}"/>
              </a:ext>
            </a:extLst>
          </p:cNvPr>
          <p:cNvSpPr/>
          <p:nvPr/>
        </p:nvSpPr>
        <p:spPr>
          <a:xfrm>
            <a:off x="527441" y="1245507"/>
            <a:ext cx="4091101" cy="4805573"/>
          </a:xfrm>
          <a:prstGeom prst="rect">
            <a:avLst/>
          </a:prstGeom>
          <a:effectLst>
            <a:outerShdw blurRad="50800" dist="38100" dir="2700000" algn="t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rtlCol="0" anchor="t"/>
          <a:lstStyle/>
          <a:p>
            <a:r>
              <a:rPr lang="en-US" sz="1800" dirty="0"/>
              <a:t>void main() {</a:t>
            </a:r>
          </a:p>
          <a:p>
            <a:r>
              <a:rPr lang="en-US" sz="1800" dirty="0"/>
              <a:t>	</a:t>
            </a:r>
            <a:r>
              <a:rPr lang="en-US" sz="1800" dirty="0" err="1"/>
              <a:t>setupBoard</a:t>
            </a:r>
            <a:r>
              <a:rPr lang="en-US" sz="1800" dirty="0"/>
              <a:t>();</a:t>
            </a:r>
            <a:br>
              <a:rPr lang="en-US" sz="1800" dirty="0"/>
            </a:br>
            <a:r>
              <a:rPr lang="en-US" sz="1800" dirty="0"/>
              <a:t>	</a:t>
            </a:r>
            <a:r>
              <a:rPr lang="en-US" sz="1800" dirty="0" err="1"/>
              <a:t>setupPeripherals</a:t>
            </a:r>
            <a:r>
              <a:rPr lang="en-US" sz="1800" dirty="0"/>
              <a:t>();</a:t>
            </a:r>
          </a:p>
          <a:p>
            <a:endParaRPr lang="en-US" sz="1800" dirty="0"/>
          </a:p>
          <a:p>
            <a:r>
              <a:rPr lang="en-US" sz="1800" dirty="0"/>
              <a:t>	</a:t>
            </a:r>
            <a:r>
              <a:rPr lang="en-US" sz="1800" dirty="0" err="1"/>
              <a:t>createThread</a:t>
            </a:r>
            <a:r>
              <a:rPr lang="en-US" sz="1800" dirty="0"/>
              <a:t>(Temperature);</a:t>
            </a:r>
          </a:p>
          <a:p>
            <a:r>
              <a:rPr lang="en-US" sz="1800" dirty="0"/>
              <a:t>	</a:t>
            </a:r>
            <a:r>
              <a:rPr lang="en-US" sz="1800" dirty="0" err="1"/>
              <a:t>createThread</a:t>
            </a:r>
            <a:r>
              <a:rPr lang="en-US" sz="1800" dirty="0"/>
              <a:t>(Current);</a:t>
            </a:r>
          </a:p>
          <a:p>
            <a:r>
              <a:rPr lang="en-US" sz="1800" dirty="0"/>
              <a:t>	</a:t>
            </a:r>
            <a:r>
              <a:rPr lang="en-US" sz="1800" dirty="0" err="1"/>
              <a:t>createThread</a:t>
            </a:r>
            <a:r>
              <a:rPr lang="en-US" sz="1800" dirty="0"/>
              <a:t>(Voltage);</a:t>
            </a:r>
          </a:p>
          <a:p>
            <a:r>
              <a:rPr lang="en-US" sz="1800" dirty="0"/>
              <a:t>	</a:t>
            </a:r>
            <a:r>
              <a:rPr lang="en-US" sz="1800" dirty="0" err="1"/>
              <a:t>createThread</a:t>
            </a:r>
            <a:r>
              <a:rPr lang="en-US" sz="1800" dirty="0"/>
              <a:t>(Faults);</a:t>
            </a:r>
          </a:p>
          <a:p>
            <a:r>
              <a:rPr lang="en-US" sz="1800" dirty="0"/>
              <a:t>	</a:t>
            </a:r>
            <a:r>
              <a:rPr lang="en-US" sz="1800" dirty="0" err="1"/>
              <a:t>createThread</a:t>
            </a:r>
            <a:r>
              <a:rPr lang="en-US" sz="1800" dirty="0"/>
              <a:t>(Motor);</a:t>
            </a:r>
          </a:p>
          <a:p>
            <a:r>
              <a:rPr lang="en-US" sz="1800" dirty="0"/>
              <a:t>	</a:t>
            </a:r>
            <a:r>
              <a:rPr lang="en-US" sz="1800" dirty="0" err="1"/>
              <a:t>createThread</a:t>
            </a:r>
            <a:r>
              <a:rPr lang="en-US" sz="1800" dirty="0"/>
              <a:t>(UI);</a:t>
            </a:r>
          </a:p>
          <a:p>
            <a:endParaRPr lang="en-US" sz="1800" dirty="0"/>
          </a:p>
          <a:p>
            <a:r>
              <a:rPr lang="en-US" sz="1800" dirty="0"/>
              <a:t>	</a:t>
            </a:r>
            <a:r>
              <a:rPr lang="en-US" sz="1800" dirty="0" err="1"/>
              <a:t>startScheduler</a:t>
            </a:r>
            <a:r>
              <a:rPr lang="en-US" sz="1800" dirty="0"/>
              <a:t>();</a:t>
            </a:r>
          </a:p>
          <a:p>
            <a:endParaRPr lang="en-US" sz="1800" dirty="0"/>
          </a:p>
          <a:p>
            <a:r>
              <a:rPr lang="en-US" sz="1800" dirty="0"/>
              <a:t>	while(true) {</a:t>
            </a:r>
          </a:p>
          <a:p>
            <a:r>
              <a:rPr lang="en-US" sz="1800" dirty="0"/>
              <a:t>		</a:t>
            </a:r>
            <a:r>
              <a:rPr lang="en-US" sz="1800" dirty="0" err="1"/>
              <a:t>runScheduler</a:t>
            </a:r>
            <a:r>
              <a:rPr lang="en-US" sz="1800" dirty="0"/>
              <a:t>();</a:t>
            </a:r>
          </a:p>
          <a:p>
            <a:r>
              <a:rPr lang="en-US" sz="1800" dirty="0"/>
              <a:t>	}</a:t>
            </a:r>
          </a:p>
          <a:p>
            <a:r>
              <a:rPr lang="en-US" sz="1800" dirty="0"/>
              <a:t>} </a:t>
            </a:r>
          </a:p>
        </p:txBody>
      </p:sp>
      <p:sp>
        <p:nvSpPr>
          <p:cNvPr id="3" name="Flowchart: Internal Storage 2">
            <a:extLst>
              <a:ext uri="{FF2B5EF4-FFF2-40B4-BE49-F238E27FC236}">
                <a16:creationId xmlns:a16="http://schemas.microsoft.com/office/drawing/2014/main" id="{CBE0F527-E1C0-9047-73EE-2035101AB0E0}"/>
              </a:ext>
            </a:extLst>
          </p:cNvPr>
          <p:cNvSpPr/>
          <p:nvPr/>
        </p:nvSpPr>
        <p:spPr>
          <a:xfrm>
            <a:off x="5841531" y="161962"/>
            <a:ext cx="3767861" cy="2207150"/>
          </a:xfrm>
          <a:prstGeom prst="flowChartInternalStorage">
            <a:avLst/>
          </a:prstGeom>
          <a:effectLst>
            <a:outerShdw blurRad="50800" dist="38100" dir="2700000" algn="tl"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en-US" sz="1800" dirty="0"/>
              <a:t>void Temperature() {</a:t>
            </a:r>
          </a:p>
          <a:p>
            <a:r>
              <a:rPr lang="en-US" sz="1800" dirty="0"/>
              <a:t>	while(true) {</a:t>
            </a:r>
          </a:p>
          <a:p>
            <a:r>
              <a:rPr lang="en-US" sz="1800" dirty="0"/>
              <a:t>		t = </a:t>
            </a:r>
            <a:r>
              <a:rPr lang="en-US" sz="1800" dirty="0" err="1"/>
              <a:t>getADC</a:t>
            </a:r>
            <a:r>
              <a:rPr lang="en-US" sz="1800" dirty="0"/>
              <a:t>(CH1);</a:t>
            </a:r>
          </a:p>
          <a:p>
            <a:r>
              <a:rPr lang="en-US" sz="1800" dirty="0"/>
              <a:t>		</a:t>
            </a:r>
            <a:r>
              <a:rPr lang="en-US" sz="1800" dirty="0" err="1"/>
              <a:t>convertTemp</a:t>
            </a:r>
            <a:r>
              <a:rPr lang="en-US" sz="1800" dirty="0"/>
              <a:t>(t, T);</a:t>
            </a:r>
          </a:p>
          <a:p>
            <a:r>
              <a:rPr lang="en-US" sz="1800" dirty="0"/>
              <a:t>		</a:t>
            </a:r>
            <a:r>
              <a:rPr lang="en-US" sz="1800" dirty="0" err="1"/>
              <a:t>taskDelayMS</a:t>
            </a:r>
            <a:r>
              <a:rPr lang="en-US" sz="1800" dirty="0"/>
              <a:t>(1000);</a:t>
            </a:r>
          </a:p>
          <a:p>
            <a:r>
              <a:rPr lang="en-US" sz="1800" dirty="0"/>
              <a:t>	}</a:t>
            </a:r>
          </a:p>
          <a:p>
            <a:r>
              <a:rPr lang="en-US" sz="1800" dirty="0"/>
              <a:t>}</a:t>
            </a:r>
          </a:p>
        </p:txBody>
      </p:sp>
      <p:sp>
        <p:nvSpPr>
          <p:cNvPr id="4" name="Flowchart: Internal Storage 3">
            <a:extLst>
              <a:ext uri="{FF2B5EF4-FFF2-40B4-BE49-F238E27FC236}">
                <a16:creationId xmlns:a16="http://schemas.microsoft.com/office/drawing/2014/main" id="{3733E127-3383-6CFC-9D8A-AA5364FC6166}"/>
              </a:ext>
            </a:extLst>
          </p:cNvPr>
          <p:cNvSpPr/>
          <p:nvPr/>
        </p:nvSpPr>
        <p:spPr>
          <a:xfrm>
            <a:off x="6140378" y="2192196"/>
            <a:ext cx="3767861" cy="2207150"/>
          </a:xfrm>
          <a:prstGeom prst="flowChartInternalStorage">
            <a:avLst/>
          </a:prstGeom>
          <a:effectLst>
            <a:outerShdw blurRad="50800" dist="38100" dir="2700000" algn="tl"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en-US" sz="1800" dirty="0"/>
              <a:t>void Current() {</a:t>
            </a:r>
          </a:p>
          <a:p>
            <a:r>
              <a:rPr lang="en-US" sz="1800" dirty="0"/>
              <a:t>	while(true) {</a:t>
            </a:r>
          </a:p>
          <a:p>
            <a:r>
              <a:rPr lang="en-US" sz="1800" dirty="0"/>
              <a:t>		</a:t>
            </a:r>
            <a:r>
              <a:rPr lang="en-US" sz="1800" dirty="0" err="1"/>
              <a:t>i</a:t>
            </a:r>
            <a:r>
              <a:rPr lang="en-US" sz="1800" dirty="0"/>
              <a:t> = </a:t>
            </a:r>
            <a:r>
              <a:rPr lang="en-US" sz="1800" dirty="0" err="1"/>
              <a:t>getADC</a:t>
            </a:r>
            <a:r>
              <a:rPr lang="en-US" sz="1800" dirty="0"/>
              <a:t>(CH2);</a:t>
            </a:r>
          </a:p>
          <a:p>
            <a:r>
              <a:rPr lang="en-US" sz="1800" dirty="0"/>
              <a:t>		</a:t>
            </a:r>
            <a:r>
              <a:rPr lang="en-US" sz="1800" dirty="0" err="1"/>
              <a:t>convertCurr</a:t>
            </a:r>
            <a:r>
              <a:rPr lang="en-US" sz="1800" dirty="0"/>
              <a:t>(</a:t>
            </a:r>
            <a:r>
              <a:rPr lang="en-US" sz="1800" dirty="0" err="1"/>
              <a:t>i</a:t>
            </a:r>
            <a:r>
              <a:rPr lang="en-US" sz="1800" dirty="0"/>
              <a:t>, I);</a:t>
            </a:r>
          </a:p>
          <a:p>
            <a:r>
              <a:rPr lang="en-US" sz="1800" dirty="0"/>
              <a:t>		</a:t>
            </a:r>
            <a:r>
              <a:rPr lang="en-US" sz="1800" dirty="0" err="1"/>
              <a:t>taskDelayMS</a:t>
            </a:r>
            <a:r>
              <a:rPr lang="en-US" sz="1800" dirty="0"/>
              <a:t>(10);</a:t>
            </a:r>
          </a:p>
          <a:p>
            <a:r>
              <a:rPr lang="en-US" sz="1800" dirty="0"/>
              <a:t>	}</a:t>
            </a:r>
          </a:p>
          <a:p>
            <a:r>
              <a:rPr lang="en-US" sz="1800" dirty="0"/>
              <a:t>}</a:t>
            </a:r>
          </a:p>
        </p:txBody>
      </p:sp>
      <p:sp>
        <p:nvSpPr>
          <p:cNvPr id="5" name="Flowchart: Internal Storage 4">
            <a:extLst>
              <a:ext uri="{FF2B5EF4-FFF2-40B4-BE49-F238E27FC236}">
                <a16:creationId xmlns:a16="http://schemas.microsoft.com/office/drawing/2014/main" id="{11F66807-C9B0-23DB-AB50-B0CFEC5BCEE2}"/>
              </a:ext>
            </a:extLst>
          </p:cNvPr>
          <p:cNvSpPr/>
          <p:nvPr/>
        </p:nvSpPr>
        <p:spPr>
          <a:xfrm>
            <a:off x="6438357" y="4184052"/>
            <a:ext cx="3838477" cy="2295287"/>
          </a:xfrm>
          <a:prstGeom prst="flowChartInternalStorage">
            <a:avLst/>
          </a:prstGeom>
          <a:effectLst>
            <a:outerShdw blurRad="50800" dist="38100" dir="2700000" algn="tl"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t"/>
          <a:lstStyle/>
          <a:p>
            <a:r>
              <a:rPr lang="en-US" sz="1800" dirty="0"/>
              <a:t>void Voltage() {</a:t>
            </a:r>
          </a:p>
          <a:p>
            <a:r>
              <a:rPr lang="en-US" sz="1800" dirty="0"/>
              <a:t>	while(true) {</a:t>
            </a:r>
          </a:p>
          <a:p>
            <a:r>
              <a:rPr lang="en-US" sz="1800" dirty="0"/>
              <a:t>		v = </a:t>
            </a:r>
            <a:r>
              <a:rPr lang="en-US" sz="1800" dirty="0" err="1"/>
              <a:t>getADC</a:t>
            </a:r>
            <a:r>
              <a:rPr lang="en-US" sz="1800" dirty="0"/>
              <a:t>(CH3);</a:t>
            </a:r>
          </a:p>
          <a:p>
            <a:r>
              <a:rPr lang="en-US" sz="1800" dirty="0"/>
              <a:t>		</a:t>
            </a:r>
            <a:r>
              <a:rPr lang="en-US" sz="1800" dirty="0" err="1"/>
              <a:t>convertVolt</a:t>
            </a:r>
            <a:r>
              <a:rPr lang="en-US" sz="1800" dirty="0"/>
              <a:t>(v, V);</a:t>
            </a:r>
          </a:p>
          <a:p>
            <a:r>
              <a:rPr lang="en-US" sz="1800" dirty="0"/>
              <a:t>		</a:t>
            </a:r>
            <a:r>
              <a:rPr lang="en-US" sz="1800" dirty="0" err="1"/>
              <a:t>taskDelayMS</a:t>
            </a:r>
            <a:r>
              <a:rPr lang="en-US" sz="1800" dirty="0"/>
              <a:t>(100);</a:t>
            </a:r>
          </a:p>
          <a:p>
            <a:r>
              <a:rPr lang="en-US" sz="1800" dirty="0"/>
              <a:t>	}</a:t>
            </a:r>
          </a:p>
          <a:p>
            <a:r>
              <a:rPr lang="en-US" sz="1800" dirty="0"/>
              <a:t>}</a:t>
            </a:r>
          </a:p>
        </p:txBody>
      </p:sp>
      <p:sp>
        <p:nvSpPr>
          <p:cNvPr id="6" name="Flowchart: Internal Storage 5">
            <a:extLst>
              <a:ext uri="{FF2B5EF4-FFF2-40B4-BE49-F238E27FC236}">
                <a16:creationId xmlns:a16="http://schemas.microsoft.com/office/drawing/2014/main" id="{BC24FA28-F2CD-58DF-52DB-BF3EDC73AF75}"/>
              </a:ext>
            </a:extLst>
          </p:cNvPr>
          <p:cNvSpPr/>
          <p:nvPr/>
        </p:nvSpPr>
        <p:spPr>
          <a:xfrm>
            <a:off x="10173607" y="1351269"/>
            <a:ext cx="1203797" cy="751242"/>
          </a:xfrm>
          <a:prstGeom prst="flowChartInternalStorage">
            <a:avLst/>
          </a:prstGeom>
          <a:solidFill>
            <a:srgbClr val="FF0000"/>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t>Faults()</a:t>
            </a:r>
          </a:p>
        </p:txBody>
      </p:sp>
      <p:sp>
        <p:nvSpPr>
          <p:cNvPr id="7" name="Flowchart: Internal Storage 6">
            <a:extLst>
              <a:ext uri="{FF2B5EF4-FFF2-40B4-BE49-F238E27FC236}">
                <a16:creationId xmlns:a16="http://schemas.microsoft.com/office/drawing/2014/main" id="{C5887AFF-4F8B-5C4D-F64F-79E2E8898F2E}"/>
              </a:ext>
            </a:extLst>
          </p:cNvPr>
          <p:cNvSpPr/>
          <p:nvPr/>
        </p:nvSpPr>
        <p:spPr>
          <a:xfrm>
            <a:off x="10409518" y="2021552"/>
            <a:ext cx="1203797" cy="751242"/>
          </a:xfrm>
          <a:prstGeom prst="flowChartInternalStorage">
            <a:avLst/>
          </a:prstGeom>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t>Motor()</a:t>
            </a:r>
          </a:p>
        </p:txBody>
      </p:sp>
      <p:sp>
        <p:nvSpPr>
          <p:cNvPr id="8" name="Flowchart: Internal Storage 7">
            <a:extLst>
              <a:ext uri="{FF2B5EF4-FFF2-40B4-BE49-F238E27FC236}">
                <a16:creationId xmlns:a16="http://schemas.microsoft.com/office/drawing/2014/main" id="{A0C58B83-B58C-25C4-C877-AFFFED5FBF68}"/>
              </a:ext>
            </a:extLst>
          </p:cNvPr>
          <p:cNvSpPr/>
          <p:nvPr/>
        </p:nvSpPr>
        <p:spPr>
          <a:xfrm>
            <a:off x="10645429" y="2691835"/>
            <a:ext cx="1203797" cy="751242"/>
          </a:xfrm>
          <a:prstGeom prst="flowChartInternalStorage">
            <a:avLst/>
          </a:prstGeom>
          <a:solidFill>
            <a:schemeClr val="accent3">
              <a:lumMod val="60000"/>
              <a:lumOff val="4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t>UI()</a:t>
            </a:r>
          </a:p>
        </p:txBody>
      </p:sp>
      <p:sp>
        <p:nvSpPr>
          <p:cNvPr id="10" name="Rectangle 2">
            <a:extLst>
              <a:ext uri="{FF2B5EF4-FFF2-40B4-BE49-F238E27FC236}">
                <a16:creationId xmlns:a16="http://schemas.microsoft.com/office/drawing/2014/main" id="{295299D8-107D-396F-B0BD-08693CCBAACB}"/>
              </a:ext>
            </a:extLst>
          </p:cNvPr>
          <p:cNvSpPr txBox="1">
            <a:spLocks noChangeArrowheads="1"/>
          </p:cNvSpPr>
          <p:nvPr/>
        </p:nvSpPr>
        <p:spPr>
          <a:xfrm>
            <a:off x="355509" y="153253"/>
            <a:ext cx="10607429" cy="628486"/>
          </a:xfrm>
          <a:prstGeom prst="rect">
            <a:avLst/>
          </a:prstGeom>
        </p:spPr>
        <p:txBody>
          <a:bodyPr>
            <a:noAutofit/>
          </a:bodyPr>
          <a:lstStyle>
            <a:lvl1pPr algn="l" defTabSz="609443" rtl="0" eaLnBrk="1" latinLnBrk="0" hangingPunct="1">
              <a:lnSpc>
                <a:spcPct val="100000"/>
              </a:lnSpc>
              <a:spcBef>
                <a:spcPct val="0"/>
              </a:spcBef>
              <a:buNone/>
              <a:defRPr sz="4400" b="1" kern="1200" normalizeH="0" baseline="0">
                <a:solidFill>
                  <a:srgbClr val="0E3689"/>
                </a:solidFill>
                <a:latin typeface="+mj-lt"/>
                <a:ea typeface="+mj-ea"/>
                <a:cs typeface="+mj-cs"/>
              </a:defRPr>
            </a:lvl1pPr>
          </a:lstStyle>
          <a:p>
            <a:r>
              <a:rPr lang="en-US" altLang="en-US" dirty="0"/>
              <a:t>RTOS Code - Threads</a:t>
            </a:r>
          </a:p>
        </p:txBody>
      </p:sp>
      <p:cxnSp>
        <p:nvCxnSpPr>
          <p:cNvPr id="12" name="Straight Connector 11">
            <a:extLst>
              <a:ext uri="{FF2B5EF4-FFF2-40B4-BE49-F238E27FC236}">
                <a16:creationId xmlns:a16="http://schemas.microsoft.com/office/drawing/2014/main" id="{352F0518-2B54-3F0A-7021-CC1FEA68A41A}"/>
              </a:ext>
            </a:extLst>
          </p:cNvPr>
          <p:cNvCxnSpPr>
            <a:cxnSpLocks/>
          </p:cNvCxnSpPr>
          <p:nvPr/>
        </p:nvCxnSpPr>
        <p:spPr>
          <a:xfrm flipV="1">
            <a:off x="4618542" y="161962"/>
            <a:ext cx="1222989" cy="1083545"/>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897C5B3-2886-A167-13BF-C62320D5FA01}"/>
              </a:ext>
            </a:extLst>
          </p:cNvPr>
          <p:cNvCxnSpPr>
            <a:cxnSpLocks/>
          </p:cNvCxnSpPr>
          <p:nvPr/>
        </p:nvCxnSpPr>
        <p:spPr>
          <a:xfrm>
            <a:off x="4618542" y="6051080"/>
            <a:ext cx="1819815" cy="428259"/>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9" name="Footer Placeholder 8">
            <a:extLst>
              <a:ext uri="{FF2B5EF4-FFF2-40B4-BE49-F238E27FC236}">
                <a16:creationId xmlns:a16="http://schemas.microsoft.com/office/drawing/2014/main" id="{39E6C0D3-FACF-55F8-9C97-6FDFA6ADA806}"/>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11" name="Slide Number Placeholder 10">
            <a:extLst>
              <a:ext uri="{FF2B5EF4-FFF2-40B4-BE49-F238E27FC236}">
                <a16:creationId xmlns:a16="http://schemas.microsoft.com/office/drawing/2014/main" id="{636AEA95-9C72-E7EE-B0AC-8B0E44B2F84D}"/>
              </a:ext>
            </a:extLst>
          </p:cNvPr>
          <p:cNvSpPr>
            <a:spLocks noGrp="1"/>
          </p:cNvSpPr>
          <p:nvPr>
            <p:ph type="sldNum" sz="quarter" idx="4"/>
          </p:nvPr>
        </p:nvSpPr>
        <p:spPr/>
        <p:txBody>
          <a:bodyPr/>
          <a:lstStyle/>
          <a:p>
            <a:fld id="{4081AA82-C1C2-924B-B843-6C0FB13ED72E}" type="slidenum">
              <a:rPr lang="en-US" smtClean="0"/>
              <a:t>7</a:t>
            </a:fld>
            <a:endParaRPr lang="en-US"/>
          </a:p>
        </p:txBody>
      </p:sp>
    </p:spTree>
    <p:extLst>
      <p:ext uri="{BB962C8B-B14F-4D97-AF65-F5344CB8AC3E}">
        <p14:creationId xmlns:p14="http://schemas.microsoft.com/office/powerpoint/2010/main" val="1488454070"/>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Rectangle 108">
            <a:extLst>
              <a:ext uri="{FF2B5EF4-FFF2-40B4-BE49-F238E27FC236}">
                <a16:creationId xmlns:a16="http://schemas.microsoft.com/office/drawing/2014/main" id="{EA08232F-DCCD-DB84-1E19-A9A63A45BCFF}"/>
              </a:ext>
            </a:extLst>
          </p:cNvPr>
          <p:cNvSpPr/>
          <p:nvPr/>
        </p:nvSpPr>
        <p:spPr>
          <a:xfrm>
            <a:off x="419368" y="769545"/>
            <a:ext cx="11350088" cy="5558073"/>
          </a:xfrm>
          <a:prstGeom prst="rect">
            <a:avLst/>
          </a:prstGeom>
          <a:effectLst>
            <a:outerShdw blurRad="50800" dist="38100" dir="2700000" algn="tl" rotWithShape="0">
              <a:prstClr val="black">
                <a:alpha val="40000"/>
              </a:prstClr>
            </a:outerShdw>
          </a:effectLst>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2399"/>
          </a:p>
        </p:txBody>
      </p:sp>
      <p:sp>
        <p:nvSpPr>
          <p:cNvPr id="2" name="Right Brace 1">
            <a:extLst>
              <a:ext uri="{FF2B5EF4-FFF2-40B4-BE49-F238E27FC236}">
                <a16:creationId xmlns:a16="http://schemas.microsoft.com/office/drawing/2014/main" id="{D8CFC844-3AA6-6E88-ABF4-2E3027A740D8}"/>
              </a:ext>
            </a:extLst>
          </p:cNvPr>
          <p:cNvSpPr/>
          <p:nvPr/>
        </p:nvSpPr>
        <p:spPr>
          <a:xfrm rot="16200000">
            <a:off x="5681720" y="-4134671"/>
            <a:ext cx="574964" cy="10671256"/>
          </a:xfrm>
          <a:prstGeom prst="rightBrace">
            <a:avLst/>
          </a:prstGeom>
          <a:ln w="57150">
            <a:solidFill>
              <a:schemeClr val="tx1"/>
            </a:solidFill>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399" dirty="0"/>
          </a:p>
        </p:txBody>
      </p:sp>
      <p:sp>
        <p:nvSpPr>
          <p:cNvPr id="3" name="TextBox 2">
            <a:extLst>
              <a:ext uri="{FF2B5EF4-FFF2-40B4-BE49-F238E27FC236}">
                <a16:creationId xmlns:a16="http://schemas.microsoft.com/office/drawing/2014/main" id="{CB5C43A6-5AD0-1116-C4BC-0EF291DDC2E3}"/>
              </a:ext>
            </a:extLst>
          </p:cNvPr>
          <p:cNvSpPr txBox="1"/>
          <p:nvPr/>
        </p:nvSpPr>
        <p:spPr>
          <a:xfrm>
            <a:off x="5969202" y="851299"/>
            <a:ext cx="1532654" cy="369332"/>
          </a:xfrm>
          <a:prstGeom prst="rect">
            <a:avLst/>
          </a:prstGeom>
          <a:noFill/>
          <a:effectLst>
            <a:outerShdw blurRad="50800" dist="38100" dir="2700000" algn="tl" rotWithShape="0">
              <a:prstClr val="black">
                <a:alpha val="40000"/>
              </a:prstClr>
            </a:outerShdw>
          </a:effectLst>
        </p:spPr>
        <p:txBody>
          <a:bodyPr wrap="square" rtlCol="0">
            <a:spAutoFit/>
          </a:bodyPr>
          <a:lstStyle/>
          <a:p>
            <a:r>
              <a:rPr lang="en-US" sz="1800" dirty="0">
                <a:solidFill>
                  <a:schemeClr val="accent1">
                    <a:lumMod val="50000"/>
                  </a:schemeClr>
                </a:solidFill>
              </a:rPr>
              <a:t>*Scheduler</a:t>
            </a:r>
          </a:p>
        </p:txBody>
      </p:sp>
      <p:sp>
        <p:nvSpPr>
          <p:cNvPr id="4" name="Rectangle 3">
            <a:extLst>
              <a:ext uri="{FF2B5EF4-FFF2-40B4-BE49-F238E27FC236}">
                <a16:creationId xmlns:a16="http://schemas.microsoft.com/office/drawing/2014/main" id="{2854EA9A-953F-66B5-B44F-FD91FD0F7840}"/>
              </a:ext>
            </a:extLst>
          </p:cNvPr>
          <p:cNvSpPr/>
          <p:nvPr/>
        </p:nvSpPr>
        <p:spPr>
          <a:xfrm>
            <a:off x="874562" y="2090070"/>
            <a:ext cx="1572630" cy="1202365"/>
          </a:xfrm>
          <a:prstGeom prst="rect">
            <a:avLst/>
          </a:prstGeom>
          <a:solidFill>
            <a:srgbClr val="FF0000"/>
          </a:solidFill>
          <a:ln>
            <a:solidFill>
              <a:schemeClr val="tx1"/>
            </a:solidFill>
          </a:ln>
          <a:effectLst>
            <a:outerShdw blurRad="50800" dist="38100" dir="2700000" algn="tl"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800" dirty="0"/>
              <a:t>Faults</a:t>
            </a:r>
          </a:p>
        </p:txBody>
      </p:sp>
      <p:sp>
        <p:nvSpPr>
          <p:cNvPr id="5" name="Rectangle 4">
            <a:extLst>
              <a:ext uri="{FF2B5EF4-FFF2-40B4-BE49-F238E27FC236}">
                <a16:creationId xmlns:a16="http://schemas.microsoft.com/office/drawing/2014/main" id="{9A6A87B1-EEA6-6882-6089-7376CC67BD0D}"/>
              </a:ext>
            </a:extLst>
          </p:cNvPr>
          <p:cNvSpPr/>
          <p:nvPr/>
        </p:nvSpPr>
        <p:spPr>
          <a:xfrm>
            <a:off x="2763182" y="2074821"/>
            <a:ext cx="1572630" cy="1202365"/>
          </a:xfrm>
          <a:prstGeom prst="rect">
            <a:avLst/>
          </a:prstGeom>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t>Motor</a:t>
            </a:r>
          </a:p>
        </p:txBody>
      </p:sp>
      <p:sp>
        <p:nvSpPr>
          <p:cNvPr id="6" name="Rectangle 5">
            <a:extLst>
              <a:ext uri="{FF2B5EF4-FFF2-40B4-BE49-F238E27FC236}">
                <a16:creationId xmlns:a16="http://schemas.microsoft.com/office/drawing/2014/main" id="{EA8DEDCD-292B-8FEA-9D6D-FCB0C07BC02F}"/>
              </a:ext>
            </a:extLst>
          </p:cNvPr>
          <p:cNvSpPr/>
          <p:nvPr/>
        </p:nvSpPr>
        <p:spPr>
          <a:xfrm>
            <a:off x="5435189" y="3429000"/>
            <a:ext cx="2298983" cy="579643"/>
          </a:xfrm>
          <a:prstGeom prst="rect">
            <a:avLst/>
          </a:prstGeom>
          <a:effectLst>
            <a:outerShdw blurRad="50800" dist="38100" dir="2700000" algn="tl"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en-US" sz="2399" dirty="0"/>
              <a:t>    </a:t>
            </a:r>
            <a:r>
              <a:rPr lang="en-US" sz="1800" dirty="0"/>
              <a:t>Temp</a:t>
            </a:r>
          </a:p>
        </p:txBody>
      </p:sp>
      <p:sp>
        <p:nvSpPr>
          <p:cNvPr id="7" name="Rectangle 6">
            <a:extLst>
              <a:ext uri="{FF2B5EF4-FFF2-40B4-BE49-F238E27FC236}">
                <a16:creationId xmlns:a16="http://schemas.microsoft.com/office/drawing/2014/main" id="{DC0C4266-B6C7-B69C-8E1A-1F7F8975BAB5}"/>
              </a:ext>
            </a:extLst>
          </p:cNvPr>
          <p:cNvSpPr/>
          <p:nvPr/>
        </p:nvSpPr>
        <p:spPr>
          <a:xfrm>
            <a:off x="5432926" y="4136816"/>
            <a:ext cx="2314824" cy="568326"/>
          </a:xfrm>
          <a:prstGeom prst="rect">
            <a:avLst/>
          </a:prstGeom>
          <a:effectLst>
            <a:outerShdw blurRad="50800" dist="38100" dir="2700000" algn="tl"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en-US" sz="2399" dirty="0"/>
              <a:t>    </a:t>
            </a:r>
            <a:r>
              <a:rPr lang="en-US" sz="1800" dirty="0"/>
              <a:t>Current</a:t>
            </a:r>
          </a:p>
        </p:txBody>
      </p:sp>
      <p:sp>
        <p:nvSpPr>
          <p:cNvPr id="8" name="Rectangle 7">
            <a:extLst>
              <a:ext uri="{FF2B5EF4-FFF2-40B4-BE49-F238E27FC236}">
                <a16:creationId xmlns:a16="http://schemas.microsoft.com/office/drawing/2014/main" id="{BA6DD03F-BA97-9AED-05BB-F88575B81387}"/>
              </a:ext>
            </a:extLst>
          </p:cNvPr>
          <p:cNvSpPr/>
          <p:nvPr/>
        </p:nvSpPr>
        <p:spPr>
          <a:xfrm>
            <a:off x="5435188" y="4841026"/>
            <a:ext cx="2298984" cy="568327"/>
          </a:xfrm>
          <a:prstGeom prst="rect">
            <a:avLst/>
          </a:prstGeom>
          <a:effectLst>
            <a:outerShdw blurRad="50800" dist="38100" dir="2700000" algn="tl"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en-US" sz="2399" dirty="0"/>
              <a:t>    </a:t>
            </a:r>
            <a:r>
              <a:rPr lang="en-US" sz="1800" dirty="0"/>
              <a:t>Voltage</a:t>
            </a:r>
          </a:p>
        </p:txBody>
      </p:sp>
      <p:sp>
        <p:nvSpPr>
          <p:cNvPr id="9" name="Rectangle 8">
            <a:extLst>
              <a:ext uri="{FF2B5EF4-FFF2-40B4-BE49-F238E27FC236}">
                <a16:creationId xmlns:a16="http://schemas.microsoft.com/office/drawing/2014/main" id="{35350F73-9FF4-469F-84C2-30A28A956D6F}"/>
              </a:ext>
            </a:extLst>
          </p:cNvPr>
          <p:cNvSpPr/>
          <p:nvPr/>
        </p:nvSpPr>
        <p:spPr>
          <a:xfrm>
            <a:off x="8813516" y="4710730"/>
            <a:ext cx="2009346" cy="1233797"/>
          </a:xfrm>
          <a:prstGeom prst="rect">
            <a:avLst/>
          </a:prstGeom>
          <a:solidFill>
            <a:schemeClr val="accent3">
              <a:lumMod val="60000"/>
              <a:lumOff val="4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t>User Interface</a:t>
            </a:r>
          </a:p>
        </p:txBody>
      </p:sp>
      <p:sp>
        <p:nvSpPr>
          <p:cNvPr id="18" name="Rectangle 17">
            <a:extLst>
              <a:ext uri="{FF2B5EF4-FFF2-40B4-BE49-F238E27FC236}">
                <a16:creationId xmlns:a16="http://schemas.microsoft.com/office/drawing/2014/main" id="{DECC81D3-1896-2AF1-F9F4-2E4401C9C7FB}"/>
              </a:ext>
            </a:extLst>
          </p:cNvPr>
          <p:cNvSpPr/>
          <p:nvPr/>
        </p:nvSpPr>
        <p:spPr>
          <a:xfrm>
            <a:off x="3103398" y="3012932"/>
            <a:ext cx="1151519" cy="574964"/>
          </a:xfrm>
          <a:prstGeom prst="rect">
            <a:avLst/>
          </a:prstGeom>
          <a:solidFill>
            <a:schemeClr val="accent3">
              <a:lumMod val="75000"/>
            </a:schemeClr>
          </a:solidFill>
          <a:ln>
            <a:solidFill>
              <a:schemeClr val="tx1"/>
            </a:solidFill>
          </a:ln>
          <a:effectLst>
            <a:outerShdw blurRad="50800" dist="38100" dir="2700000" algn="tl"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800" dirty="0"/>
              <a:t>*Message Queue</a:t>
            </a:r>
          </a:p>
        </p:txBody>
      </p:sp>
      <p:sp>
        <p:nvSpPr>
          <p:cNvPr id="26" name="Rectangle 25">
            <a:extLst>
              <a:ext uri="{FF2B5EF4-FFF2-40B4-BE49-F238E27FC236}">
                <a16:creationId xmlns:a16="http://schemas.microsoft.com/office/drawing/2014/main" id="{7A732C0F-7755-11CF-F34D-66EDCBD69140}"/>
              </a:ext>
            </a:extLst>
          </p:cNvPr>
          <p:cNvSpPr/>
          <p:nvPr/>
        </p:nvSpPr>
        <p:spPr>
          <a:xfrm>
            <a:off x="9078263" y="4429715"/>
            <a:ext cx="1357666" cy="574964"/>
          </a:xfrm>
          <a:prstGeom prst="rect">
            <a:avLst/>
          </a:prstGeom>
          <a:solidFill>
            <a:schemeClr val="accent3">
              <a:lumMod val="75000"/>
            </a:schemeClr>
          </a:solidFill>
          <a:ln>
            <a:solidFill>
              <a:schemeClr val="tx1"/>
            </a:solidFill>
          </a:ln>
          <a:effectLst>
            <a:outerShdw blurRad="50800" dist="38100" dir="2700000" algn="tl"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800" dirty="0"/>
              <a:t>*Message Queue</a:t>
            </a:r>
          </a:p>
        </p:txBody>
      </p:sp>
      <p:sp>
        <p:nvSpPr>
          <p:cNvPr id="27" name="Arrow: Right 26">
            <a:extLst>
              <a:ext uri="{FF2B5EF4-FFF2-40B4-BE49-F238E27FC236}">
                <a16:creationId xmlns:a16="http://schemas.microsoft.com/office/drawing/2014/main" id="{BD8037AA-BB68-99B7-555B-C1BEA23598E1}"/>
              </a:ext>
            </a:extLst>
          </p:cNvPr>
          <p:cNvSpPr/>
          <p:nvPr/>
        </p:nvSpPr>
        <p:spPr>
          <a:xfrm>
            <a:off x="2084349" y="2379064"/>
            <a:ext cx="1106497" cy="604172"/>
          </a:xfrm>
          <a:prstGeom prst="rightArrow">
            <a:avLst/>
          </a:prstGeom>
          <a:solidFill>
            <a:schemeClr val="accent1">
              <a:lumMod val="40000"/>
              <a:lumOff val="6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*Semaphore</a:t>
            </a:r>
          </a:p>
        </p:txBody>
      </p:sp>
      <p:cxnSp>
        <p:nvCxnSpPr>
          <p:cNvPr id="29" name="Connector: Elbow 28">
            <a:extLst>
              <a:ext uri="{FF2B5EF4-FFF2-40B4-BE49-F238E27FC236}">
                <a16:creationId xmlns:a16="http://schemas.microsoft.com/office/drawing/2014/main" id="{297CD9AA-A738-7D25-CD47-70BAF5451200}"/>
              </a:ext>
            </a:extLst>
          </p:cNvPr>
          <p:cNvCxnSpPr>
            <a:cxnSpLocks/>
            <a:stCxn id="4" idx="0"/>
            <a:endCxn id="26" idx="0"/>
          </p:cNvCxnSpPr>
          <p:nvPr/>
        </p:nvCxnSpPr>
        <p:spPr>
          <a:xfrm rot="16200000" flipH="1">
            <a:off x="4539163" y="-788217"/>
            <a:ext cx="2339646" cy="8096219"/>
          </a:xfrm>
          <a:prstGeom prst="bentConnector3">
            <a:avLst>
              <a:gd name="adj1" fmla="val -9768"/>
            </a:avLst>
          </a:prstGeom>
          <a:ln>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AF54A1DD-4411-5A59-FE28-918135383083}"/>
              </a:ext>
            </a:extLst>
          </p:cNvPr>
          <p:cNvSpPr/>
          <p:nvPr/>
        </p:nvSpPr>
        <p:spPr>
          <a:xfrm>
            <a:off x="1004669" y="3031978"/>
            <a:ext cx="1357666" cy="526222"/>
          </a:xfrm>
          <a:prstGeom prst="rect">
            <a:avLst/>
          </a:prstGeom>
          <a:solidFill>
            <a:schemeClr val="accent2">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800" dirty="0">
                <a:solidFill>
                  <a:schemeClr val="tx1"/>
                </a:solidFill>
              </a:rPr>
              <a:t>*Event</a:t>
            </a:r>
          </a:p>
        </p:txBody>
      </p:sp>
      <p:sp>
        <p:nvSpPr>
          <p:cNvPr id="38" name="Rectangle 37">
            <a:extLst>
              <a:ext uri="{FF2B5EF4-FFF2-40B4-BE49-F238E27FC236}">
                <a16:creationId xmlns:a16="http://schemas.microsoft.com/office/drawing/2014/main" id="{6D513B7D-2F83-B636-F0EC-369BA157CB0D}"/>
              </a:ext>
            </a:extLst>
          </p:cNvPr>
          <p:cNvSpPr/>
          <p:nvPr/>
        </p:nvSpPr>
        <p:spPr>
          <a:xfrm rot="16200000">
            <a:off x="5827819" y="4257778"/>
            <a:ext cx="2317768" cy="371094"/>
          </a:xfrm>
          <a:prstGeom prst="rect">
            <a:avLst/>
          </a:prstGeom>
          <a:solidFill>
            <a:srgbClr val="7030A0"/>
          </a:solidFill>
          <a:ln>
            <a:solidFill>
              <a:schemeClr val="tx1"/>
            </a:solidFill>
          </a:ln>
          <a:effectLst>
            <a:outerShdw blurRad="50800" dist="38100" dir="2700000" algn="tl"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800" dirty="0"/>
              <a:t>ADC *Mutex</a:t>
            </a:r>
          </a:p>
        </p:txBody>
      </p:sp>
      <p:sp>
        <p:nvSpPr>
          <p:cNvPr id="65" name="Arrow: Left-Right 64">
            <a:extLst>
              <a:ext uri="{FF2B5EF4-FFF2-40B4-BE49-F238E27FC236}">
                <a16:creationId xmlns:a16="http://schemas.microsoft.com/office/drawing/2014/main" id="{62851484-29B6-FCDE-F236-7BD88B3CCA80}"/>
              </a:ext>
            </a:extLst>
          </p:cNvPr>
          <p:cNvSpPr/>
          <p:nvPr/>
        </p:nvSpPr>
        <p:spPr>
          <a:xfrm>
            <a:off x="1004669" y="1301682"/>
            <a:ext cx="9974324" cy="522622"/>
          </a:xfrm>
          <a:prstGeom prst="leftRightArrow">
            <a:avLst/>
          </a:prstGeom>
          <a:effectLst>
            <a:outerShdw blurRad="50800" dist="38100" dir="2700000" algn="tl"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800" dirty="0"/>
              <a:t>Higher Priority                                                                                               Lower Priority     </a:t>
            </a:r>
          </a:p>
        </p:txBody>
      </p:sp>
      <p:sp>
        <p:nvSpPr>
          <p:cNvPr id="66" name="Rectangle 65">
            <a:extLst>
              <a:ext uri="{FF2B5EF4-FFF2-40B4-BE49-F238E27FC236}">
                <a16:creationId xmlns:a16="http://schemas.microsoft.com/office/drawing/2014/main" id="{0D617D97-5E78-2B3A-985A-3D17771389C1}"/>
              </a:ext>
            </a:extLst>
          </p:cNvPr>
          <p:cNvSpPr/>
          <p:nvPr/>
        </p:nvSpPr>
        <p:spPr>
          <a:xfrm rot="16200000">
            <a:off x="6168812" y="4291769"/>
            <a:ext cx="2317769" cy="303108"/>
          </a:xfrm>
          <a:prstGeom prst="rect">
            <a:avLst/>
          </a:prstGeom>
          <a:solidFill>
            <a:schemeClr val="accent2">
              <a:lumMod val="60000"/>
              <a:lumOff val="40000"/>
            </a:schemeClr>
          </a:solidFill>
          <a:ln>
            <a:solidFill>
              <a:schemeClr val="tx1"/>
            </a:solidFill>
          </a:ln>
          <a:effectLst>
            <a:outerShdw blurRad="50800" dist="38100" dir="2700000" algn="tl" rotWithShape="0">
              <a:prstClr val="black">
                <a:alpha val="40000"/>
              </a:prstClr>
            </a:outerShdw>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800" dirty="0">
                <a:solidFill>
                  <a:schemeClr val="tx1"/>
                </a:solidFill>
              </a:rPr>
              <a:t>*Event</a:t>
            </a:r>
          </a:p>
        </p:txBody>
      </p:sp>
      <p:cxnSp>
        <p:nvCxnSpPr>
          <p:cNvPr id="76" name="Connector: Elbow 75">
            <a:extLst>
              <a:ext uri="{FF2B5EF4-FFF2-40B4-BE49-F238E27FC236}">
                <a16:creationId xmlns:a16="http://schemas.microsoft.com/office/drawing/2014/main" id="{106FDF3A-026D-B896-6DB9-BA05729F1A9A}"/>
              </a:ext>
            </a:extLst>
          </p:cNvPr>
          <p:cNvCxnSpPr>
            <a:cxnSpLocks/>
            <a:stCxn id="66" idx="1"/>
            <a:endCxn id="33" idx="2"/>
          </p:cNvCxnSpPr>
          <p:nvPr/>
        </p:nvCxnSpPr>
        <p:spPr>
          <a:xfrm rot="5400000" flipH="1">
            <a:off x="3483596" y="1758107"/>
            <a:ext cx="2044008" cy="5644195"/>
          </a:xfrm>
          <a:prstGeom prst="bentConnector3">
            <a:avLst>
              <a:gd name="adj1" fmla="val -13725"/>
            </a:avLst>
          </a:prstGeom>
          <a:ln>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11" name="Rectangle 2">
            <a:extLst>
              <a:ext uri="{FF2B5EF4-FFF2-40B4-BE49-F238E27FC236}">
                <a16:creationId xmlns:a16="http://schemas.microsoft.com/office/drawing/2014/main" id="{5B081525-1424-E253-9BC7-592C0AE4D506}"/>
              </a:ext>
            </a:extLst>
          </p:cNvPr>
          <p:cNvSpPr txBox="1">
            <a:spLocks noChangeArrowheads="1"/>
          </p:cNvSpPr>
          <p:nvPr/>
        </p:nvSpPr>
        <p:spPr>
          <a:xfrm>
            <a:off x="419368" y="-9921"/>
            <a:ext cx="10607429" cy="628486"/>
          </a:xfrm>
          <a:prstGeom prst="rect">
            <a:avLst/>
          </a:prstGeom>
          <a:effectLst/>
        </p:spPr>
        <p:txBody>
          <a:bodyPr>
            <a:noAutofit/>
          </a:bodyPr>
          <a:lstStyle>
            <a:lvl1pPr algn="l" defTabSz="609443" rtl="0" eaLnBrk="1" latinLnBrk="0" hangingPunct="1">
              <a:lnSpc>
                <a:spcPct val="100000"/>
              </a:lnSpc>
              <a:spcBef>
                <a:spcPct val="0"/>
              </a:spcBef>
              <a:buNone/>
              <a:defRPr sz="4400" b="1" kern="1200" normalizeH="0" baseline="0">
                <a:solidFill>
                  <a:srgbClr val="0E3689"/>
                </a:solidFill>
                <a:latin typeface="+mj-lt"/>
                <a:ea typeface="+mj-ea"/>
                <a:cs typeface="+mj-cs"/>
              </a:defRPr>
            </a:lvl1pPr>
          </a:lstStyle>
          <a:p>
            <a:r>
              <a:rPr lang="en-US" altLang="en-US" dirty="0"/>
              <a:t>RTOS - System Architecture</a:t>
            </a:r>
          </a:p>
        </p:txBody>
      </p:sp>
      <p:cxnSp>
        <p:nvCxnSpPr>
          <p:cNvPr id="17" name="Connector: Elbow 16">
            <a:extLst>
              <a:ext uri="{FF2B5EF4-FFF2-40B4-BE49-F238E27FC236}">
                <a16:creationId xmlns:a16="http://schemas.microsoft.com/office/drawing/2014/main" id="{3CBA83E7-359D-17BE-7268-3E09FFE21744}"/>
              </a:ext>
            </a:extLst>
          </p:cNvPr>
          <p:cNvCxnSpPr>
            <a:cxnSpLocks/>
            <a:endCxn id="18" idx="2"/>
          </p:cNvCxnSpPr>
          <p:nvPr/>
        </p:nvCxnSpPr>
        <p:spPr>
          <a:xfrm rot="10800000">
            <a:off x="3679158" y="3587897"/>
            <a:ext cx="1753770" cy="1402353"/>
          </a:xfrm>
          <a:prstGeom prst="bentConnector2">
            <a:avLst/>
          </a:prstGeom>
          <a:ln>
            <a:tailEnd type="triangle"/>
          </a:ln>
          <a:effectLst>
            <a:outerShdw blurRad="50800" dist="38100" dir="2700000" algn="tl"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cxnSp>
        <p:nvCxnSpPr>
          <p:cNvPr id="23" name="Connector: Elbow 22">
            <a:extLst>
              <a:ext uri="{FF2B5EF4-FFF2-40B4-BE49-F238E27FC236}">
                <a16:creationId xmlns:a16="http://schemas.microsoft.com/office/drawing/2014/main" id="{23EB2DEE-07FE-F801-CAC9-B8568E7B86FB}"/>
              </a:ext>
            </a:extLst>
          </p:cNvPr>
          <p:cNvCxnSpPr>
            <a:cxnSpLocks/>
            <a:endCxn id="18" idx="2"/>
          </p:cNvCxnSpPr>
          <p:nvPr/>
        </p:nvCxnSpPr>
        <p:spPr>
          <a:xfrm rot="10800000">
            <a:off x="3679159" y="3587897"/>
            <a:ext cx="1742455" cy="277939"/>
          </a:xfrm>
          <a:prstGeom prst="bentConnector2">
            <a:avLst/>
          </a:prstGeom>
          <a:effectLst/>
        </p:spPr>
        <p:style>
          <a:lnRef idx="2">
            <a:schemeClr val="accent1"/>
          </a:lnRef>
          <a:fillRef idx="0">
            <a:schemeClr val="accent1"/>
          </a:fillRef>
          <a:effectRef idx="1">
            <a:schemeClr val="accent1"/>
          </a:effectRef>
          <a:fontRef idx="minor">
            <a:schemeClr val="tx1"/>
          </a:fontRef>
        </p:style>
      </p:cxnSp>
      <p:cxnSp>
        <p:nvCxnSpPr>
          <p:cNvPr id="25" name="Connector: Elbow 24">
            <a:extLst>
              <a:ext uri="{FF2B5EF4-FFF2-40B4-BE49-F238E27FC236}">
                <a16:creationId xmlns:a16="http://schemas.microsoft.com/office/drawing/2014/main" id="{E1EFABAD-C0E2-CAF4-0878-0DC81E4E791E}"/>
              </a:ext>
            </a:extLst>
          </p:cNvPr>
          <p:cNvCxnSpPr>
            <a:cxnSpLocks/>
            <a:stCxn id="7" idx="1"/>
            <a:endCxn id="18" idx="2"/>
          </p:cNvCxnSpPr>
          <p:nvPr/>
        </p:nvCxnSpPr>
        <p:spPr>
          <a:xfrm rot="10800000">
            <a:off x="3679158" y="3587897"/>
            <a:ext cx="1753768" cy="833083"/>
          </a:xfrm>
          <a:prstGeom prst="bentConnector2">
            <a:avLst/>
          </a:prstGeom>
          <a:effectLst/>
        </p:spPr>
        <p:style>
          <a:lnRef idx="2">
            <a:schemeClr val="accent1"/>
          </a:lnRef>
          <a:fillRef idx="0">
            <a:schemeClr val="accent1"/>
          </a:fillRef>
          <a:effectRef idx="1">
            <a:schemeClr val="accent1"/>
          </a:effectRef>
          <a:fontRef idx="minor">
            <a:schemeClr val="tx1"/>
          </a:fontRef>
        </p:style>
      </p:cxnSp>
      <p:cxnSp>
        <p:nvCxnSpPr>
          <p:cNvPr id="32" name="Connector: Elbow 31">
            <a:extLst>
              <a:ext uri="{FF2B5EF4-FFF2-40B4-BE49-F238E27FC236}">
                <a16:creationId xmlns:a16="http://schemas.microsoft.com/office/drawing/2014/main" id="{3F429085-C7D5-1B80-8924-2D7E765ED46A}"/>
              </a:ext>
            </a:extLst>
          </p:cNvPr>
          <p:cNvCxnSpPr>
            <a:stCxn id="5" idx="3"/>
            <a:endCxn id="26" idx="0"/>
          </p:cNvCxnSpPr>
          <p:nvPr/>
        </p:nvCxnSpPr>
        <p:spPr>
          <a:xfrm>
            <a:off x="4335812" y="2676004"/>
            <a:ext cx="5421284" cy="1753711"/>
          </a:xfrm>
          <a:prstGeom prst="bentConnector2">
            <a:avLst/>
          </a:prstGeom>
          <a:effectLst/>
        </p:spPr>
        <p:style>
          <a:lnRef idx="2">
            <a:schemeClr val="accent1"/>
          </a:lnRef>
          <a:fillRef idx="0">
            <a:schemeClr val="accent1"/>
          </a:fillRef>
          <a:effectRef idx="1">
            <a:schemeClr val="accent1"/>
          </a:effectRef>
          <a:fontRef idx="minor">
            <a:schemeClr val="tx1"/>
          </a:fontRef>
        </p:style>
      </p:cxnSp>
      <p:cxnSp>
        <p:nvCxnSpPr>
          <p:cNvPr id="35" name="Connector: Elbow 34">
            <a:extLst>
              <a:ext uri="{FF2B5EF4-FFF2-40B4-BE49-F238E27FC236}">
                <a16:creationId xmlns:a16="http://schemas.microsoft.com/office/drawing/2014/main" id="{7A605033-1094-A3EA-C05D-1C2D2244D652}"/>
              </a:ext>
            </a:extLst>
          </p:cNvPr>
          <p:cNvCxnSpPr>
            <a:stCxn id="6" idx="3"/>
            <a:endCxn id="26" idx="0"/>
          </p:cNvCxnSpPr>
          <p:nvPr/>
        </p:nvCxnSpPr>
        <p:spPr>
          <a:xfrm>
            <a:off x="7734172" y="3718822"/>
            <a:ext cx="2022924" cy="710893"/>
          </a:xfrm>
          <a:prstGeom prst="bentConnector2">
            <a:avLst/>
          </a:prstGeom>
          <a:effectLst/>
        </p:spPr>
        <p:style>
          <a:lnRef idx="2">
            <a:schemeClr val="accent1"/>
          </a:lnRef>
          <a:fillRef idx="0">
            <a:schemeClr val="accent1"/>
          </a:fillRef>
          <a:effectRef idx="1">
            <a:schemeClr val="accent1"/>
          </a:effectRef>
          <a:fontRef idx="minor">
            <a:schemeClr val="tx1"/>
          </a:fontRef>
        </p:style>
      </p:cxnSp>
      <p:cxnSp>
        <p:nvCxnSpPr>
          <p:cNvPr id="40" name="Connector: Elbow 39">
            <a:extLst>
              <a:ext uri="{FF2B5EF4-FFF2-40B4-BE49-F238E27FC236}">
                <a16:creationId xmlns:a16="http://schemas.microsoft.com/office/drawing/2014/main" id="{F9C432E5-B091-D1A3-3076-F114517B1502}"/>
              </a:ext>
            </a:extLst>
          </p:cNvPr>
          <p:cNvCxnSpPr>
            <a:stCxn id="7" idx="3"/>
          </p:cNvCxnSpPr>
          <p:nvPr/>
        </p:nvCxnSpPr>
        <p:spPr>
          <a:xfrm flipV="1">
            <a:off x="7747750" y="3720514"/>
            <a:ext cx="2002557" cy="700465"/>
          </a:xfrm>
          <a:prstGeom prst="bentConnector3">
            <a:avLst>
              <a:gd name="adj1" fmla="val 28299"/>
            </a:avLst>
          </a:prstGeom>
          <a:effectLst/>
        </p:spPr>
        <p:style>
          <a:lnRef idx="2">
            <a:schemeClr val="accent1"/>
          </a:lnRef>
          <a:fillRef idx="0">
            <a:schemeClr val="accent1"/>
          </a:fillRef>
          <a:effectRef idx="1">
            <a:schemeClr val="accent1"/>
          </a:effectRef>
          <a:fontRef idx="minor">
            <a:schemeClr val="tx1"/>
          </a:fontRef>
        </p:style>
      </p:cxnSp>
      <p:cxnSp>
        <p:nvCxnSpPr>
          <p:cNvPr id="44" name="Connector: Elbow 43">
            <a:extLst>
              <a:ext uri="{FF2B5EF4-FFF2-40B4-BE49-F238E27FC236}">
                <a16:creationId xmlns:a16="http://schemas.microsoft.com/office/drawing/2014/main" id="{B2A136BF-F745-4549-29A3-6BE58C9BD346}"/>
              </a:ext>
            </a:extLst>
          </p:cNvPr>
          <p:cNvCxnSpPr>
            <a:stCxn id="8" idx="3"/>
          </p:cNvCxnSpPr>
          <p:nvPr/>
        </p:nvCxnSpPr>
        <p:spPr>
          <a:xfrm flipV="1">
            <a:off x="7734172" y="4429714"/>
            <a:ext cx="587198" cy="695476"/>
          </a:xfrm>
          <a:prstGeom prst="bentConnector2">
            <a:avLst/>
          </a:prstGeom>
          <a:effectLst/>
        </p:spPr>
        <p:style>
          <a:lnRef idx="2">
            <a:schemeClr val="accent1"/>
          </a:lnRef>
          <a:fillRef idx="0">
            <a:schemeClr val="accent1"/>
          </a:fillRef>
          <a:effectRef idx="1">
            <a:schemeClr val="accent1"/>
          </a:effectRef>
          <a:fontRef idx="minor">
            <a:schemeClr val="tx1"/>
          </a:fontRef>
        </p:style>
      </p:cxnSp>
      <p:cxnSp>
        <p:nvCxnSpPr>
          <p:cNvPr id="61" name="Connector: Elbow 60">
            <a:extLst>
              <a:ext uri="{FF2B5EF4-FFF2-40B4-BE49-F238E27FC236}">
                <a16:creationId xmlns:a16="http://schemas.microsoft.com/office/drawing/2014/main" id="{30994D90-1D37-E095-5D48-C2A5528B28E5}"/>
              </a:ext>
            </a:extLst>
          </p:cNvPr>
          <p:cNvCxnSpPr>
            <a:cxnSpLocks/>
          </p:cNvCxnSpPr>
          <p:nvPr/>
        </p:nvCxnSpPr>
        <p:spPr>
          <a:xfrm rot="10800000" flipV="1">
            <a:off x="1683502" y="3277186"/>
            <a:ext cx="1264448" cy="570008"/>
          </a:xfrm>
          <a:prstGeom prst="bentConnector3">
            <a:avLst>
              <a:gd name="adj1" fmla="val -120"/>
            </a:avLst>
          </a:prstGeom>
          <a:effectLst/>
        </p:spPr>
        <p:style>
          <a:lnRef idx="2">
            <a:schemeClr val="accent1"/>
          </a:lnRef>
          <a:fillRef idx="0">
            <a:schemeClr val="accent1"/>
          </a:fillRef>
          <a:effectRef idx="1">
            <a:schemeClr val="accent1"/>
          </a:effectRef>
          <a:fontRef idx="minor">
            <a:schemeClr val="tx1"/>
          </a:fontRef>
        </p:style>
      </p:cxnSp>
      <p:sp>
        <p:nvSpPr>
          <p:cNvPr id="10" name="Footer Placeholder 9">
            <a:extLst>
              <a:ext uri="{FF2B5EF4-FFF2-40B4-BE49-F238E27FC236}">
                <a16:creationId xmlns:a16="http://schemas.microsoft.com/office/drawing/2014/main" id="{429AEBAF-77B1-8058-266D-AE2F75CFB8A2}"/>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12" name="Slide Number Placeholder 11">
            <a:extLst>
              <a:ext uri="{FF2B5EF4-FFF2-40B4-BE49-F238E27FC236}">
                <a16:creationId xmlns:a16="http://schemas.microsoft.com/office/drawing/2014/main" id="{F63D4256-89ED-15AF-801B-AFBBB3F106AB}"/>
              </a:ext>
            </a:extLst>
          </p:cNvPr>
          <p:cNvSpPr>
            <a:spLocks noGrp="1"/>
          </p:cNvSpPr>
          <p:nvPr>
            <p:ph type="sldNum" sz="quarter" idx="4"/>
          </p:nvPr>
        </p:nvSpPr>
        <p:spPr/>
        <p:txBody>
          <a:bodyPr/>
          <a:lstStyle/>
          <a:p>
            <a:fld id="{4081AA82-C1C2-924B-B843-6C0FB13ED72E}" type="slidenum">
              <a:rPr lang="en-US" smtClean="0"/>
              <a:t>8</a:t>
            </a:fld>
            <a:endParaRPr lang="en-US"/>
          </a:p>
        </p:txBody>
      </p:sp>
    </p:spTree>
    <p:extLst>
      <p:ext uri="{BB962C8B-B14F-4D97-AF65-F5344CB8AC3E}">
        <p14:creationId xmlns:p14="http://schemas.microsoft.com/office/powerpoint/2010/main" val="2556782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39316-FFD3-6A1A-0240-99A2FE12A9C5}"/>
              </a:ext>
            </a:extLst>
          </p:cNvPr>
          <p:cNvSpPr>
            <a:spLocks noGrp="1"/>
          </p:cNvSpPr>
          <p:nvPr>
            <p:ph type="title"/>
          </p:nvPr>
        </p:nvSpPr>
        <p:spPr/>
        <p:txBody>
          <a:bodyPr/>
          <a:lstStyle/>
          <a:p>
            <a:r>
              <a:rPr lang="en-US" dirty="0">
                <a:ea typeface="Calibri"/>
                <a:cs typeface="Calibri"/>
              </a:rPr>
              <a:t>What is Zephyr® OS</a:t>
            </a:r>
          </a:p>
        </p:txBody>
      </p:sp>
      <p:pic>
        <p:nvPicPr>
          <p:cNvPr id="6" name="Content Placeholder 5" descr="Logo">
            <a:extLst>
              <a:ext uri="{FF2B5EF4-FFF2-40B4-BE49-F238E27FC236}">
                <a16:creationId xmlns:a16="http://schemas.microsoft.com/office/drawing/2014/main" id="{BA7FD26B-42E2-8525-A11F-09982B5EFE4F}"/>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409804" y="1965825"/>
            <a:ext cx="8308879" cy="4352943"/>
          </a:xfrm>
        </p:spPr>
      </p:pic>
      <p:sp>
        <p:nvSpPr>
          <p:cNvPr id="5" name="Content Placeholder 4">
            <a:extLst>
              <a:ext uri="{FF2B5EF4-FFF2-40B4-BE49-F238E27FC236}">
                <a16:creationId xmlns:a16="http://schemas.microsoft.com/office/drawing/2014/main" id="{9C8FA3D8-9BBF-CF55-655A-89F55BEE0455}"/>
              </a:ext>
            </a:extLst>
          </p:cNvPr>
          <p:cNvSpPr>
            <a:spLocks noGrp="1"/>
          </p:cNvSpPr>
          <p:nvPr>
            <p:ph sz="quarter" idx="16"/>
          </p:nvPr>
        </p:nvSpPr>
        <p:spPr>
          <a:xfrm>
            <a:off x="5790967" y="873537"/>
            <a:ext cx="5855432" cy="4907794"/>
          </a:xfrm>
        </p:spPr>
        <p:txBody>
          <a:bodyPr vert="horz" lIns="121888" tIns="60944" rIns="121888" bIns="60944" rtlCol="0" anchor="t">
            <a:normAutofit/>
          </a:bodyPr>
          <a:lstStyle/>
          <a:p>
            <a:pPr marL="273685" indent="-273685"/>
            <a:endParaRPr lang="en-US" dirty="0">
              <a:ea typeface="Calibri"/>
              <a:cs typeface="Calibri"/>
            </a:endParaRPr>
          </a:p>
          <a:p>
            <a:pPr marL="273685" indent="-273685"/>
            <a:r>
              <a:rPr lang="en-US" dirty="0">
                <a:ea typeface="Calibri"/>
                <a:cs typeface="Calibri"/>
              </a:rPr>
              <a:t>Real Time OS (RTOS)</a:t>
            </a:r>
            <a:endParaRPr lang="en-US" dirty="0"/>
          </a:p>
          <a:p>
            <a:pPr marL="273685" indent="-273685"/>
            <a:r>
              <a:rPr lang="en-US" dirty="0">
                <a:ea typeface="Calibri"/>
                <a:cs typeface="Calibri"/>
              </a:rPr>
              <a:t>Board Support Packages for many devices</a:t>
            </a:r>
          </a:p>
          <a:p>
            <a:pPr marL="273685" indent="-273685"/>
            <a:r>
              <a:rPr lang="en-US" dirty="0">
                <a:ea typeface="Calibri"/>
                <a:cs typeface="Calibri"/>
              </a:rPr>
              <a:t>Kernel Services and OS Services</a:t>
            </a:r>
          </a:p>
          <a:p>
            <a:pPr marL="273685" indent="-273685"/>
            <a:r>
              <a:rPr lang="en-US" dirty="0">
                <a:ea typeface="Calibri"/>
                <a:cs typeface="Calibri"/>
              </a:rPr>
              <a:t>Supported by Linux® Foundation and several large vendors</a:t>
            </a:r>
          </a:p>
          <a:p>
            <a:pPr marL="273685" indent="-273685"/>
            <a:r>
              <a:rPr lang="en-US" dirty="0">
                <a:ea typeface="Calibri"/>
                <a:cs typeface="Calibri"/>
              </a:rPr>
              <a:t>Open-Source Software</a:t>
            </a:r>
          </a:p>
        </p:txBody>
      </p:sp>
      <p:sp>
        <p:nvSpPr>
          <p:cNvPr id="3" name="Footer Placeholder 2">
            <a:extLst>
              <a:ext uri="{FF2B5EF4-FFF2-40B4-BE49-F238E27FC236}">
                <a16:creationId xmlns:a16="http://schemas.microsoft.com/office/drawing/2014/main" id="{F06F036B-5712-0C55-EDF2-10BA54DF4BD7}"/>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4" name="Slide Number Placeholder 3">
            <a:extLst>
              <a:ext uri="{FF2B5EF4-FFF2-40B4-BE49-F238E27FC236}">
                <a16:creationId xmlns:a16="http://schemas.microsoft.com/office/drawing/2014/main" id="{02F9D7E6-3282-A099-2663-0A478FDD2649}"/>
              </a:ext>
            </a:extLst>
          </p:cNvPr>
          <p:cNvSpPr>
            <a:spLocks noGrp="1"/>
          </p:cNvSpPr>
          <p:nvPr>
            <p:ph type="sldNum" sz="quarter" idx="4"/>
          </p:nvPr>
        </p:nvSpPr>
        <p:spPr/>
        <p:txBody>
          <a:bodyPr/>
          <a:lstStyle/>
          <a:p>
            <a:fld id="{4081AA82-C1C2-924B-B843-6C0FB13ED72E}" type="slidenum">
              <a:rPr lang="en-US" smtClean="0"/>
              <a:t>9</a:t>
            </a:fld>
            <a:endParaRPr lang="en-US"/>
          </a:p>
        </p:txBody>
      </p:sp>
    </p:spTree>
    <p:extLst>
      <p:ext uri="{BB962C8B-B14F-4D97-AF65-F5344CB8AC3E}">
        <p14:creationId xmlns:p14="http://schemas.microsoft.com/office/powerpoint/2010/main" val="1349145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C07ED-0E8F-3341-BD66-CC6F287C0B94}"/>
              </a:ext>
            </a:extLst>
          </p:cNvPr>
          <p:cNvSpPr>
            <a:spLocks noGrp="1"/>
          </p:cNvSpPr>
          <p:nvPr>
            <p:ph type="title"/>
          </p:nvPr>
        </p:nvSpPr>
        <p:spPr/>
        <p:txBody>
          <a:bodyPr/>
          <a:lstStyle/>
          <a:p>
            <a:r>
              <a:rPr lang="en-US" dirty="0"/>
              <a:t>Zephyr® OS SDK</a:t>
            </a:r>
          </a:p>
        </p:txBody>
      </p:sp>
      <p:sp>
        <p:nvSpPr>
          <p:cNvPr id="3" name="Content Placeholder 2">
            <a:extLst>
              <a:ext uri="{FF2B5EF4-FFF2-40B4-BE49-F238E27FC236}">
                <a16:creationId xmlns:a16="http://schemas.microsoft.com/office/drawing/2014/main" id="{BE6B6E4B-58BC-984B-B688-8AAF041C561C}"/>
              </a:ext>
            </a:extLst>
          </p:cNvPr>
          <p:cNvSpPr>
            <a:spLocks noGrp="1"/>
          </p:cNvSpPr>
          <p:nvPr>
            <p:ph sz="quarter" idx="13"/>
          </p:nvPr>
        </p:nvSpPr>
        <p:spPr>
          <a:xfrm>
            <a:off x="354778" y="923073"/>
            <a:ext cx="11400660" cy="5664158"/>
          </a:xfrm>
        </p:spPr>
        <p:txBody>
          <a:bodyPr vert="horz" lIns="121888" tIns="60944" rIns="121888" bIns="60944" rtlCol="0" anchor="t">
            <a:normAutofit/>
          </a:bodyPr>
          <a:lstStyle/>
          <a:p>
            <a:pPr marL="273685" indent="-273685"/>
            <a:r>
              <a:rPr lang="en-US" sz="2800" dirty="0">
                <a:ea typeface="Calibri"/>
                <a:cs typeface="Calibri"/>
              </a:rPr>
              <a:t>Toolchain (Compiler, Linker, Programmer)</a:t>
            </a:r>
            <a:endParaRPr lang="en-US" sz="2800" dirty="0">
              <a:latin typeface="Calibri"/>
              <a:ea typeface="Calibri"/>
              <a:cs typeface="Calibri"/>
            </a:endParaRPr>
          </a:p>
          <a:p>
            <a:pPr marL="273685" indent="-273685"/>
            <a:r>
              <a:rPr lang="en-US" sz="2800" dirty="0" err="1">
                <a:ea typeface="Calibri"/>
                <a:cs typeface="Calibri"/>
              </a:rPr>
              <a:t>CMake</a:t>
            </a:r>
            <a:r>
              <a:rPr lang="en-US" sz="2800" dirty="0">
                <a:ea typeface="Calibri"/>
                <a:cs typeface="Calibri"/>
              </a:rPr>
              <a:t> Based build environment</a:t>
            </a:r>
            <a:endParaRPr lang="en-US" sz="2800" dirty="0">
              <a:cs typeface="Calibri"/>
            </a:endParaRPr>
          </a:p>
          <a:p>
            <a:pPr marL="273685" indent="-273685">
              <a:lnSpc>
                <a:spcPct val="150000"/>
              </a:lnSpc>
            </a:pPr>
            <a:r>
              <a:rPr lang="en-US" sz="2800" dirty="0">
                <a:cs typeface="Calibri"/>
              </a:rPr>
              <a:t>Hardware managed by </a:t>
            </a:r>
            <a:r>
              <a:rPr lang="en-US" sz="2800" dirty="0" err="1">
                <a:cs typeface="Calibri"/>
              </a:rPr>
              <a:t>DeviceTree</a:t>
            </a:r>
            <a:endParaRPr lang="en-US" sz="2800" dirty="0">
              <a:ea typeface="Calibri"/>
              <a:cs typeface="Calibri"/>
            </a:endParaRPr>
          </a:p>
          <a:p>
            <a:pPr marL="273685" indent="-273685">
              <a:lnSpc>
                <a:spcPct val="150000"/>
              </a:lnSpc>
            </a:pPr>
            <a:r>
              <a:rPr lang="en-US" sz="2800" dirty="0">
                <a:ea typeface="Calibri"/>
                <a:cs typeface="Calibri"/>
              </a:rPr>
              <a:t>Board Support Packages (.</a:t>
            </a:r>
            <a:r>
              <a:rPr lang="en-US" sz="2800" dirty="0" err="1">
                <a:ea typeface="Calibri"/>
                <a:cs typeface="Calibri"/>
              </a:rPr>
              <a:t>dtsi</a:t>
            </a:r>
            <a:r>
              <a:rPr lang="en-US" sz="2800" dirty="0">
                <a:ea typeface="Calibri"/>
                <a:cs typeface="Calibri"/>
              </a:rPr>
              <a:t>, </a:t>
            </a:r>
            <a:r>
              <a:rPr lang="en-US" sz="2800" dirty="0" err="1">
                <a:ea typeface="Calibri"/>
                <a:cs typeface="Calibri"/>
              </a:rPr>
              <a:t>openOCD</a:t>
            </a:r>
            <a:r>
              <a:rPr lang="en-US" sz="2800" dirty="0">
                <a:ea typeface="Calibri"/>
                <a:cs typeface="Calibri"/>
              </a:rPr>
              <a:t> config, </a:t>
            </a:r>
            <a:r>
              <a:rPr lang="en-US" sz="2800" dirty="0" err="1">
                <a:ea typeface="Calibri"/>
                <a:cs typeface="Calibri"/>
              </a:rPr>
              <a:t>etc</a:t>
            </a:r>
            <a:r>
              <a:rPr lang="en-US" sz="2800" dirty="0">
                <a:ea typeface="Calibri"/>
                <a:cs typeface="Calibri"/>
              </a:rPr>
              <a:t>)</a:t>
            </a:r>
          </a:p>
          <a:p>
            <a:pPr marL="273685" indent="-273685">
              <a:lnSpc>
                <a:spcPct val="150000"/>
              </a:lnSpc>
            </a:pPr>
            <a:r>
              <a:rPr lang="en-US" sz="2800" dirty="0">
                <a:latin typeface="Calibri"/>
                <a:ea typeface="Calibri"/>
                <a:cs typeface="Calibri"/>
              </a:rPr>
              <a:t>QEMU and Twister</a:t>
            </a:r>
            <a:endParaRPr lang="en-US" sz="900" b="0" dirty="0">
              <a:solidFill>
                <a:srgbClr val="333333"/>
              </a:solidFill>
              <a:latin typeface="Segoe UI"/>
              <a:ea typeface="Calibri"/>
              <a:cs typeface="Segoe UI"/>
            </a:endParaRPr>
          </a:p>
          <a:p>
            <a:pPr marL="273685" indent="-273685">
              <a:lnSpc>
                <a:spcPct val="150000"/>
              </a:lnSpc>
            </a:pPr>
            <a:r>
              <a:rPr lang="en-US" sz="2800" dirty="0">
                <a:latin typeface="Arial"/>
                <a:ea typeface="Calibri"/>
                <a:cs typeface="Arial"/>
              </a:rPr>
              <a:t>Getting Started:</a:t>
            </a:r>
            <a:endParaRPr lang="en-US" sz="2800" b="0" dirty="0">
              <a:solidFill>
                <a:srgbClr val="000000"/>
              </a:solidFill>
              <a:latin typeface="Arial"/>
              <a:ea typeface="Calibri"/>
              <a:cs typeface="Arial"/>
            </a:endParaRPr>
          </a:p>
          <a:p>
            <a:pPr marL="575945" lvl="1">
              <a:lnSpc>
                <a:spcPct val="150000"/>
              </a:lnSpc>
              <a:buFont typeface="Arial"/>
            </a:pPr>
            <a:r>
              <a:rPr lang="en-US" sz="2400" dirty="0">
                <a:solidFill>
                  <a:srgbClr val="0A0B0F"/>
                </a:solidFill>
                <a:latin typeface="Arial"/>
                <a:ea typeface="Calibri"/>
                <a:cs typeface="Arial"/>
                <a:hlinkClick r:id="rId2"/>
              </a:rPr>
              <a:t>https://docs.zephyrproject.org/latest/develop/getting_started/index.html</a:t>
            </a:r>
            <a:endParaRPr lang="en-US" sz="2400" dirty="0">
              <a:ea typeface="Calibri"/>
              <a:cs typeface="Calibri"/>
            </a:endParaRPr>
          </a:p>
          <a:p>
            <a:pPr marL="273685" indent="-273685"/>
            <a:endParaRPr lang="en-US" dirty="0">
              <a:ea typeface="Calibri"/>
              <a:cs typeface="Calibri"/>
            </a:endParaRPr>
          </a:p>
        </p:txBody>
      </p:sp>
      <p:sp>
        <p:nvSpPr>
          <p:cNvPr id="4" name="Footer Placeholder 3">
            <a:extLst>
              <a:ext uri="{FF2B5EF4-FFF2-40B4-BE49-F238E27FC236}">
                <a16:creationId xmlns:a16="http://schemas.microsoft.com/office/drawing/2014/main" id="{DC0B5026-A555-D8B6-05C4-F53D7094F067}"/>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5" name="Slide Number Placeholder 4">
            <a:extLst>
              <a:ext uri="{FF2B5EF4-FFF2-40B4-BE49-F238E27FC236}">
                <a16:creationId xmlns:a16="http://schemas.microsoft.com/office/drawing/2014/main" id="{477FD22E-BAFA-BDBB-7CAF-BD91D0B5FD03}"/>
              </a:ext>
            </a:extLst>
          </p:cNvPr>
          <p:cNvSpPr>
            <a:spLocks noGrp="1"/>
          </p:cNvSpPr>
          <p:nvPr>
            <p:ph type="sldNum" sz="quarter" idx="4"/>
          </p:nvPr>
        </p:nvSpPr>
        <p:spPr/>
        <p:txBody>
          <a:bodyPr/>
          <a:lstStyle/>
          <a:p>
            <a:fld id="{4081AA82-C1C2-924B-B843-6C0FB13ED72E}" type="slidenum">
              <a:rPr lang="en-US" smtClean="0"/>
              <a:t>10</a:t>
            </a:fld>
            <a:endParaRPr lang="en-US"/>
          </a:p>
        </p:txBody>
      </p:sp>
    </p:spTree>
    <p:extLst>
      <p:ext uri="{BB962C8B-B14F-4D97-AF65-F5344CB8AC3E}">
        <p14:creationId xmlns:p14="http://schemas.microsoft.com/office/powerpoint/2010/main" val="2658846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C07ED-0E8F-3341-BD66-CC6F287C0B94}"/>
              </a:ext>
            </a:extLst>
          </p:cNvPr>
          <p:cNvSpPr>
            <a:spLocks noGrp="1"/>
          </p:cNvSpPr>
          <p:nvPr>
            <p:ph type="title"/>
          </p:nvPr>
        </p:nvSpPr>
        <p:spPr/>
        <p:txBody>
          <a:bodyPr/>
          <a:lstStyle/>
          <a:p>
            <a:r>
              <a:rPr lang="en-US" dirty="0"/>
              <a:t>Zephyr® OS </a:t>
            </a:r>
            <a:r>
              <a:rPr lang="en-US" i="1" dirty="0"/>
              <a:t>west</a:t>
            </a:r>
            <a:r>
              <a:rPr lang="en-US" dirty="0"/>
              <a:t> meta-tool</a:t>
            </a:r>
          </a:p>
        </p:txBody>
      </p:sp>
      <p:sp>
        <p:nvSpPr>
          <p:cNvPr id="3" name="Content Placeholder 2">
            <a:extLst>
              <a:ext uri="{FF2B5EF4-FFF2-40B4-BE49-F238E27FC236}">
                <a16:creationId xmlns:a16="http://schemas.microsoft.com/office/drawing/2014/main" id="{BE6B6E4B-58BC-984B-B688-8AAF041C561C}"/>
              </a:ext>
            </a:extLst>
          </p:cNvPr>
          <p:cNvSpPr>
            <a:spLocks noGrp="1"/>
          </p:cNvSpPr>
          <p:nvPr>
            <p:ph sz="quarter" idx="13"/>
          </p:nvPr>
        </p:nvSpPr>
        <p:spPr/>
        <p:txBody>
          <a:bodyPr vert="horz" lIns="121888" tIns="60944" rIns="121888" bIns="60944" rtlCol="0" anchor="t">
            <a:normAutofit fontScale="85000" lnSpcReduction="20000"/>
          </a:bodyPr>
          <a:lstStyle/>
          <a:p>
            <a:pPr marL="273685" indent="-273685"/>
            <a:r>
              <a:rPr lang="en-US" b="0" dirty="0">
                <a:ea typeface="+mn-lt"/>
                <a:cs typeface="+mn-lt"/>
              </a:rPr>
              <a:t>“Swiss-army knife” tool for working with a Zephyr OS project</a:t>
            </a:r>
          </a:p>
          <a:p>
            <a:pPr marL="575556" lvl="1" indent="-273685"/>
            <a:r>
              <a:rPr lang="en-US" b="1" dirty="0">
                <a:ea typeface="+mn-lt"/>
                <a:cs typeface="+mn-lt"/>
              </a:rPr>
              <a:t>west </a:t>
            </a:r>
            <a:r>
              <a:rPr lang="en-US" b="1" dirty="0" err="1">
                <a:ea typeface="+mn-lt"/>
                <a:cs typeface="+mn-lt"/>
              </a:rPr>
              <a:t>init</a:t>
            </a:r>
            <a:r>
              <a:rPr lang="en-US" dirty="0">
                <a:ea typeface="+mn-lt"/>
                <a:cs typeface="+mn-lt"/>
              </a:rPr>
              <a:t>: Create a new project folder and download Zephyr OS code </a:t>
            </a:r>
            <a:r>
              <a:rPr lang="en-US" b="0" dirty="0">
                <a:ea typeface="+mn-lt"/>
                <a:cs typeface="+mn-lt"/>
              </a:rPr>
              <a:t>(This has already been done to save lab time)</a:t>
            </a:r>
          </a:p>
          <a:p>
            <a:pPr marL="575556" lvl="1" indent="-273685"/>
            <a:r>
              <a:rPr lang="en-US" b="1" dirty="0">
                <a:ea typeface="+mn-lt"/>
                <a:cs typeface="+mn-lt"/>
              </a:rPr>
              <a:t>west build</a:t>
            </a:r>
            <a:r>
              <a:rPr lang="en-US" dirty="0">
                <a:ea typeface="+mn-lt"/>
                <a:cs typeface="+mn-lt"/>
              </a:rPr>
              <a:t>: Build and compile code for a target</a:t>
            </a:r>
          </a:p>
          <a:p>
            <a:pPr marL="575556" lvl="1" indent="-273685"/>
            <a:r>
              <a:rPr lang="en-US" b="1" dirty="0">
                <a:ea typeface="+mn-lt"/>
                <a:cs typeface="+mn-lt"/>
              </a:rPr>
              <a:t>west flash</a:t>
            </a:r>
            <a:r>
              <a:rPr lang="en-US" dirty="0">
                <a:ea typeface="+mn-lt"/>
                <a:cs typeface="+mn-lt"/>
              </a:rPr>
              <a:t>: Flash code to a target device</a:t>
            </a:r>
          </a:p>
          <a:p>
            <a:pPr marL="575556" lvl="1" indent="-273685"/>
            <a:r>
              <a:rPr lang="en-US" b="1" dirty="0">
                <a:ea typeface="+mn-lt"/>
                <a:cs typeface="+mn-lt"/>
              </a:rPr>
              <a:t>west debug</a:t>
            </a:r>
            <a:r>
              <a:rPr lang="en-US" b="0" dirty="0">
                <a:ea typeface="+mn-lt"/>
                <a:cs typeface="+mn-lt"/>
              </a:rPr>
              <a:t>: Open a debug session to a target device</a:t>
            </a:r>
          </a:p>
          <a:p>
            <a:pPr marL="575556" lvl="1" indent="-273685"/>
            <a:r>
              <a:rPr lang="en-US" dirty="0">
                <a:ea typeface="+mn-lt"/>
                <a:cs typeface="+mn-lt"/>
              </a:rPr>
              <a:t>Lots more… </a:t>
            </a:r>
            <a:r>
              <a:rPr lang="en-US" sz="2200" dirty="0">
                <a:ea typeface="+mn-lt"/>
                <a:cs typeface="+mn-lt"/>
                <a:hlinkClick r:id="rId2"/>
              </a:rPr>
              <a:t>https://docs.zephyrproject.org/latest/develop/west/index.html</a:t>
            </a:r>
            <a:br>
              <a:rPr lang="en-US" dirty="0">
                <a:ea typeface="+mn-lt"/>
                <a:cs typeface="+mn-lt"/>
              </a:rPr>
            </a:br>
            <a:endParaRPr lang="en-US" dirty="0">
              <a:ea typeface="+mn-lt"/>
              <a:cs typeface="+mn-lt"/>
            </a:endParaRPr>
          </a:p>
          <a:p>
            <a:pPr marL="273685" indent="-273685"/>
            <a:r>
              <a:rPr lang="en-US" b="0" dirty="0">
                <a:ea typeface="+mn-lt"/>
                <a:cs typeface="+mn-lt"/>
              </a:rPr>
              <a:t>Python tool, typically installed in a VENV</a:t>
            </a:r>
          </a:p>
          <a:p>
            <a:pPr marL="575556" lvl="1" indent="-273685"/>
            <a:r>
              <a:rPr lang="en-US" b="0" dirty="0">
                <a:ea typeface="+mn-lt"/>
                <a:cs typeface="+mn-lt"/>
              </a:rPr>
              <a:t>From your </a:t>
            </a:r>
            <a:r>
              <a:rPr lang="en-US" dirty="0">
                <a:ea typeface="+mn-lt"/>
                <a:cs typeface="+mn-lt"/>
              </a:rPr>
              <a:t>project directory:</a:t>
            </a:r>
            <a:endParaRPr lang="en-US" b="0" dirty="0">
              <a:ea typeface="+mn-lt"/>
              <a:cs typeface="+mn-lt"/>
            </a:endParaRPr>
          </a:p>
          <a:p>
            <a:pPr marL="594479" lvl="2" indent="0">
              <a:buNone/>
            </a:pPr>
            <a:r>
              <a:rPr lang="en-US" b="0" dirty="0">
                <a:latin typeface="Courier New" panose="02070309020205020404" pitchFamily="49" charset="0"/>
                <a:ea typeface="+mn-lt"/>
                <a:cs typeface="Courier New" panose="02070309020205020404" pitchFamily="49" charset="0"/>
              </a:rPr>
              <a:t>$&gt;.venv/Script/Activate.ps1</a:t>
            </a:r>
          </a:p>
          <a:p>
            <a:pPr marL="273685" indent="-273685"/>
            <a:r>
              <a:rPr lang="en-US" b="0" dirty="0">
                <a:ea typeface="+mn-lt"/>
                <a:cs typeface="+mn-lt"/>
              </a:rPr>
              <a:t>west [common-opts] &lt;command&gt; [opts] &lt;</a:t>
            </a:r>
            <a:r>
              <a:rPr lang="en-US" b="0" dirty="0" err="1">
                <a:ea typeface="+mn-lt"/>
                <a:cs typeface="+mn-lt"/>
              </a:rPr>
              <a:t>args</a:t>
            </a:r>
            <a:r>
              <a:rPr lang="en-US" b="0" dirty="0">
                <a:ea typeface="+mn-lt"/>
                <a:cs typeface="+mn-lt"/>
              </a:rPr>
              <a:t>&gt;</a:t>
            </a:r>
          </a:p>
          <a:p>
            <a:pPr marL="575556" lvl="1" indent="-273685"/>
            <a:r>
              <a:rPr lang="en-US" dirty="0">
                <a:ea typeface="+mn-lt"/>
                <a:cs typeface="+mn-lt"/>
              </a:rPr>
              <a:t>Ex: </a:t>
            </a:r>
            <a:r>
              <a:rPr lang="en-US" sz="2000" dirty="0">
                <a:latin typeface="Courier New" panose="02070309020205020404" pitchFamily="49" charset="0"/>
                <a:ea typeface="+mn-lt"/>
                <a:cs typeface="Courier New" panose="02070309020205020404" pitchFamily="49" charset="0"/>
              </a:rPr>
              <a:t>west build –p always –b samd21_xpro /samples/basic/blinky</a:t>
            </a:r>
            <a:br>
              <a:rPr lang="en-US" sz="2000" dirty="0">
                <a:latin typeface="Courier New" panose="02070309020205020404" pitchFamily="49" charset="0"/>
                <a:ea typeface="+mn-lt"/>
                <a:cs typeface="Courier New" panose="02070309020205020404" pitchFamily="49" charset="0"/>
              </a:rPr>
            </a:br>
            <a:endParaRPr lang="en-US" sz="2000" dirty="0">
              <a:latin typeface="Courier New" panose="02070309020205020404" pitchFamily="49" charset="0"/>
              <a:ea typeface="+mn-lt"/>
              <a:cs typeface="Courier New" panose="02070309020205020404" pitchFamily="49" charset="0"/>
            </a:endParaRPr>
          </a:p>
          <a:p>
            <a:pPr marL="273685" indent="-273685"/>
            <a:r>
              <a:rPr lang="en-US" b="0" dirty="0">
                <a:ea typeface="+mn-lt"/>
                <a:cs typeface="Courier New" panose="02070309020205020404" pitchFamily="49" charset="0"/>
              </a:rPr>
              <a:t>West is pluggable and extendable to customize for your own project needs</a:t>
            </a:r>
          </a:p>
          <a:p>
            <a:pPr marL="273685" indent="-273685"/>
            <a:endParaRPr lang="en-US" sz="900" b="0" dirty="0">
              <a:solidFill>
                <a:srgbClr val="333333"/>
              </a:solidFill>
              <a:latin typeface="Segoe UI"/>
              <a:cs typeface="Segoe UI"/>
            </a:endParaRPr>
          </a:p>
          <a:p>
            <a:pPr marL="273685" indent="-273685"/>
            <a:endParaRPr lang="en-US" dirty="0">
              <a:ea typeface="Calibri"/>
              <a:cs typeface="Calibri"/>
            </a:endParaRPr>
          </a:p>
        </p:txBody>
      </p:sp>
      <p:sp>
        <p:nvSpPr>
          <p:cNvPr id="4" name="Footer Placeholder 3">
            <a:extLst>
              <a:ext uri="{FF2B5EF4-FFF2-40B4-BE49-F238E27FC236}">
                <a16:creationId xmlns:a16="http://schemas.microsoft.com/office/drawing/2014/main" id="{C30D8691-9DB3-AF75-F5E0-DCD02BEB54FA}"/>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5" name="Slide Number Placeholder 4">
            <a:extLst>
              <a:ext uri="{FF2B5EF4-FFF2-40B4-BE49-F238E27FC236}">
                <a16:creationId xmlns:a16="http://schemas.microsoft.com/office/drawing/2014/main" id="{B391A98D-5FBE-433C-9F72-E9FC97A0A421}"/>
              </a:ext>
            </a:extLst>
          </p:cNvPr>
          <p:cNvSpPr>
            <a:spLocks noGrp="1"/>
          </p:cNvSpPr>
          <p:nvPr>
            <p:ph type="sldNum" sz="quarter" idx="4"/>
          </p:nvPr>
        </p:nvSpPr>
        <p:spPr/>
        <p:txBody>
          <a:bodyPr/>
          <a:lstStyle/>
          <a:p>
            <a:fld id="{4081AA82-C1C2-924B-B843-6C0FB13ED72E}" type="slidenum">
              <a:rPr lang="en-US" smtClean="0"/>
              <a:t>11</a:t>
            </a:fld>
            <a:endParaRPr lang="en-US"/>
          </a:p>
        </p:txBody>
      </p:sp>
    </p:spTree>
    <p:extLst>
      <p:ext uri="{BB962C8B-B14F-4D97-AF65-F5344CB8AC3E}">
        <p14:creationId xmlns:p14="http://schemas.microsoft.com/office/powerpoint/2010/main" val="1331748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C07ED-0E8F-3341-BD66-CC6F287C0B94}"/>
              </a:ext>
            </a:extLst>
          </p:cNvPr>
          <p:cNvSpPr>
            <a:spLocks noGrp="1"/>
          </p:cNvSpPr>
          <p:nvPr>
            <p:ph type="title"/>
          </p:nvPr>
        </p:nvSpPr>
        <p:spPr/>
        <p:txBody>
          <a:bodyPr/>
          <a:lstStyle/>
          <a:p>
            <a:r>
              <a:rPr lang="en-US" dirty="0"/>
              <a:t>Zephyr® OS Project Folder</a:t>
            </a:r>
          </a:p>
        </p:txBody>
      </p:sp>
      <p:sp>
        <p:nvSpPr>
          <p:cNvPr id="3" name="Content Placeholder 2">
            <a:extLst>
              <a:ext uri="{FF2B5EF4-FFF2-40B4-BE49-F238E27FC236}">
                <a16:creationId xmlns:a16="http://schemas.microsoft.com/office/drawing/2014/main" id="{BE6B6E4B-58BC-984B-B688-8AAF041C561C}"/>
              </a:ext>
            </a:extLst>
          </p:cNvPr>
          <p:cNvSpPr>
            <a:spLocks noGrp="1"/>
          </p:cNvSpPr>
          <p:nvPr>
            <p:ph sz="quarter" idx="13"/>
          </p:nvPr>
        </p:nvSpPr>
        <p:spPr>
          <a:xfrm>
            <a:off x="5759355" y="1368969"/>
            <a:ext cx="5213445" cy="4431329"/>
          </a:xfrm>
        </p:spPr>
        <p:txBody>
          <a:bodyPr vert="horz" lIns="121888" tIns="60944" rIns="121888" bIns="60944" rtlCol="0" anchor="t">
            <a:normAutofit fontScale="92500" lnSpcReduction="10000"/>
          </a:bodyPr>
          <a:lstStyle/>
          <a:p>
            <a:pPr marL="273685" indent="-273685"/>
            <a:r>
              <a:rPr lang="en-US" dirty="0">
                <a:ea typeface="Calibri"/>
                <a:cs typeface="Calibri"/>
              </a:rPr>
              <a:t>To Create a Custom Project, Add/Create:</a:t>
            </a:r>
          </a:p>
          <a:p>
            <a:pPr marL="575556" lvl="1" indent="-273685"/>
            <a:r>
              <a:rPr lang="en-US" dirty="0">
                <a:ea typeface="Calibri"/>
                <a:cs typeface="Calibri"/>
              </a:rPr>
              <a:t>src/main.c</a:t>
            </a:r>
          </a:p>
          <a:p>
            <a:pPr marL="575556" lvl="1" indent="-273685"/>
            <a:r>
              <a:rPr lang="en-US" dirty="0">
                <a:ea typeface="Calibri"/>
                <a:cs typeface="Calibri"/>
              </a:rPr>
              <a:t>boards</a:t>
            </a:r>
          </a:p>
          <a:p>
            <a:pPr marL="575556" lvl="1" indent="-273685"/>
            <a:r>
              <a:rPr lang="en-US" dirty="0">
                <a:ea typeface="Calibri"/>
                <a:cs typeface="Calibri"/>
              </a:rPr>
              <a:t>CMakeLists.txt</a:t>
            </a:r>
          </a:p>
          <a:p>
            <a:pPr marL="575556" lvl="1" indent="-273685"/>
            <a:r>
              <a:rPr lang="en-US" dirty="0">
                <a:ea typeface="Calibri"/>
                <a:cs typeface="Calibri"/>
              </a:rPr>
              <a:t>prj.conf</a:t>
            </a:r>
          </a:p>
          <a:p>
            <a:pPr marL="575556" lvl="1" indent="-273685"/>
            <a:r>
              <a:rPr lang="en-US" dirty="0">
                <a:ea typeface="Calibri"/>
                <a:cs typeface="Calibri"/>
              </a:rPr>
              <a:t>Optional:</a:t>
            </a:r>
          </a:p>
          <a:p>
            <a:pPr marL="868164" lvl="2" indent="-273685"/>
            <a:r>
              <a:rPr lang="en-US" dirty="0" err="1">
                <a:ea typeface="Calibri"/>
                <a:cs typeface="Calibri"/>
              </a:rPr>
              <a:t>Readme.rst</a:t>
            </a:r>
            <a:endParaRPr lang="en-US" dirty="0">
              <a:ea typeface="Calibri"/>
              <a:cs typeface="Calibri"/>
            </a:endParaRPr>
          </a:p>
          <a:p>
            <a:pPr marL="868164" lvl="2" indent="-273685"/>
            <a:r>
              <a:rPr lang="en-US" dirty="0" err="1">
                <a:ea typeface="Calibri"/>
                <a:cs typeface="Calibri"/>
              </a:rPr>
              <a:t>sample.yaml</a:t>
            </a:r>
            <a:endParaRPr lang="en-US" dirty="0">
              <a:ea typeface="Calibri"/>
              <a:cs typeface="Calibri"/>
            </a:endParaRPr>
          </a:p>
          <a:p>
            <a:pPr marL="868164" lvl="2" indent="-273685"/>
            <a:r>
              <a:rPr lang="en-US" dirty="0">
                <a:ea typeface="Calibri"/>
                <a:cs typeface="Calibri"/>
              </a:rPr>
              <a:t>git </a:t>
            </a:r>
            <a:r>
              <a:rPr lang="en-US" dirty="0" err="1">
                <a:ea typeface="Calibri"/>
                <a:cs typeface="Calibri"/>
              </a:rPr>
              <a:t>init</a:t>
            </a:r>
            <a:endParaRPr lang="en-US" dirty="0">
              <a:ea typeface="Calibri"/>
              <a:cs typeface="Calibri"/>
            </a:endParaRPr>
          </a:p>
          <a:p>
            <a:pPr marL="868164" lvl="2" indent="-273685"/>
            <a:r>
              <a:rPr lang="en-US" dirty="0">
                <a:ea typeface="Calibri"/>
                <a:cs typeface="Calibri"/>
              </a:rPr>
              <a:t>.</a:t>
            </a:r>
            <a:r>
              <a:rPr lang="en-US" dirty="0" err="1">
                <a:ea typeface="Calibri"/>
                <a:cs typeface="Calibri"/>
              </a:rPr>
              <a:t>gitignore</a:t>
            </a:r>
            <a:endParaRPr lang="en-US" dirty="0">
              <a:ea typeface="Calibri"/>
              <a:cs typeface="Calibri"/>
            </a:endParaRPr>
          </a:p>
          <a:p>
            <a:pPr marL="273685" indent="-273685"/>
            <a:endParaRPr lang="en-US" sz="900" b="0" dirty="0">
              <a:solidFill>
                <a:srgbClr val="333333"/>
              </a:solidFill>
              <a:latin typeface="Segoe UI"/>
              <a:cs typeface="Segoe UI"/>
            </a:endParaRPr>
          </a:p>
          <a:p>
            <a:pPr marL="273685" indent="-273685"/>
            <a:endParaRPr lang="en-US" dirty="0">
              <a:cs typeface="Calibri"/>
            </a:endParaRPr>
          </a:p>
        </p:txBody>
      </p:sp>
      <p:pic>
        <p:nvPicPr>
          <p:cNvPr id="7" name="Picture 6">
            <a:extLst>
              <a:ext uri="{FF2B5EF4-FFF2-40B4-BE49-F238E27FC236}">
                <a16:creationId xmlns:a16="http://schemas.microsoft.com/office/drawing/2014/main" id="{41787488-739E-822E-4C7C-370B56AA1F3D}"/>
              </a:ext>
            </a:extLst>
          </p:cNvPr>
          <p:cNvPicPr>
            <a:picLocks noChangeAspect="1"/>
          </p:cNvPicPr>
          <p:nvPr/>
        </p:nvPicPr>
        <p:blipFill>
          <a:blip r:embed="rId2"/>
          <a:srcRect/>
          <a:stretch/>
        </p:blipFill>
        <p:spPr>
          <a:xfrm>
            <a:off x="922106" y="1485187"/>
            <a:ext cx="4638627" cy="4465220"/>
          </a:xfrm>
          <a:prstGeom prst="rect">
            <a:avLst/>
          </a:prstGeom>
          <a:ln>
            <a:noFill/>
          </a:ln>
          <a:effectLst>
            <a:outerShdw blurRad="190500" algn="tl" rotWithShape="0">
              <a:srgbClr val="000000">
                <a:alpha val="70000"/>
              </a:srgbClr>
            </a:outerShdw>
          </a:effectLst>
        </p:spPr>
      </p:pic>
      <p:sp>
        <p:nvSpPr>
          <p:cNvPr id="4" name="Footer Placeholder 3">
            <a:extLst>
              <a:ext uri="{FF2B5EF4-FFF2-40B4-BE49-F238E27FC236}">
                <a16:creationId xmlns:a16="http://schemas.microsoft.com/office/drawing/2014/main" id="{B41D2286-AE5E-106B-DFFF-228A53080756}"/>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5" name="Slide Number Placeholder 4">
            <a:extLst>
              <a:ext uri="{FF2B5EF4-FFF2-40B4-BE49-F238E27FC236}">
                <a16:creationId xmlns:a16="http://schemas.microsoft.com/office/drawing/2014/main" id="{3B175AB0-3893-866E-2E50-44861E1D64E8}"/>
              </a:ext>
            </a:extLst>
          </p:cNvPr>
          <p:cNvSpPr>
            <a:spLocks noGrp="1"/>
          </p:cNvSpPr>
          <p:nvPr>
            <p:ph type="sldNum" sz="quarter" idx="4"/>
          </p:nvPr>
        </p:nvSpPr>
        <p:spPr/>
        <p:txBody>
          <a:bodyPr/>
          <a:lstStyle/>
          <a:p>
            <a:fld id="{4081AA82-C1C2-924B-B843-6C0FB13ED72E}" type="slidenum">
              <a:rPr lang="en-US" smtClean="0"/>
              <a:t>12</a:t>
            </a:fld>
            <a:endParaRPr lang="en-US"/>
          </a:p>
        </p:txBody>
      </p:sp>
    </p:spTree>
    <p:extLst>
      <p:ext uri="{BB962C8B-B14F-4D97-AF65-F5344CB8AC3E}">
        <p14:creationId xmlns:p14="http://schemas.microsoft.com/office/powerpoint/2010/main" val="3797750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C07ED-0E8F-3341-BD66-CC6F287C0B94}"/>
              </a:ext>
            </a:extLst>
          </p:cNvPr>
          <p:cNvSpPr>
            <a:spLocks noGrp="1"/>
          </p:cNvSpPr>
          <p:nvPr>
            <p:ph type="title"/>
          </p:nvPr>
        </p:nvSpPr>
        <p:spPr/>
        <p:txBody>
          <a:bodyPr/>
          <a:lstStyle/>
          <a:p>
            <a:r>
              <a:rPr lang="en-US" dirty="0"/>
              <a:t>Debugging a Zephyr® OS Project</a:t>
            </a:r>
          </a:p>
        </p:txBody>
      </p:sp>
      <p:sp>
        <p:nvSpPr>
          <p:cNvPr id="3" name="Content Placeholder 2">
            <a:extLst>
              <a:ext uri="{FF2B5EF4-FFF2-40B4-BE49-F238E27FC236}">
                <a16:creationId xmlns:a16="http://schemas.microsoft.com/office/drawing/2014/main" id="{BE6B6E4B-58BC-984B-B688-8AAF041C561C}"/>
              </a:ext>
            </a:extLst>
          </p:cNvPr>
          <p:cNvSpPr>
            <a:spLocks noGrp="1"/>
          </p:cNvSpPr>
          <p:nvPr>
            <p:ph sz="quarter" idx="13"/>
          </p:nvPr>
        </p:nvSpPr>
        <p:spPr>
          <a:xfrm>
            <a:off x="426128" y="1377846"/>
            <a:ext cx="4119239" cy="4431329"/>
          </a:xfrm>
        </p:spPr>
        <p:txBody>
          <a:bodyPr vert="horz" lIns="121888" tIns="60944" rIns="121888" bIns="60944" rtlCol="0" anchor="t">
            <a:normAutofit/>
          </a:bodyPr>
          <a:lstStyle/>
          <a:p>
            <a:pPr marL="273685" indent="-273685"/>
            <a:r>
              <a:rPr lang="en-US" b="0" dirty="0" err="1">
                <a:ea typeface="Calibri"/>
                <a:cs typeface="Courier New" panose="02070309020205020404" pitchFamily="49" charset="0"/>
              </a:rPr>
              <a:t>printk</a:t>
            </a:r>
            <a:r>
              <a:rPr lang="en-US" b="0" dirty="0">
                <a:ea typeface="Calibri"/>
                <a:cs typeface="Courier New" panose="02070309020205020404" pitchFamily="49" charset="0"/>
              </a:rPr>
              <a:t>();</a:t>
            </a:r>
          </a:p>
          <a:p>
            <a:pPr marL="575556" lvl="1" indent="-273685"/>
            <a:r>
              <a:rPr lang="en-US" dirty="0">
                <a:ea typeface="Calibri"/>
                <a:cs typeface="Courier New" panose="02070309020205020404" pitchFamily="49" charset="0"/>
              </a:rPr>
              <a:t>Uses </a:t>
            </a:r>
            <a:r>
              <a:rPr lang="en-US" dirty="0" err="1">
                <a:ea typeface="Calibri"/>
                <a:cs typeface="Courier New" panose="02070309020205020404" pitchFamily="49" charset="0"/>
              </a:rPr>
              <a:t>semihosting</a:t>
            </a:r>
            <a:endParaRPr lang="en-US" dirty="0">
              <a:ea typeface="Calibri"/>
              <a:cs typeface="Courier New" panose="02070309020205020404" pitchFamily="49" charset="0"/>
            </a:endParaRPr>
          </a:p>
          <a:p>
            <a:pPr marL="575556" lvl="1" indent="-273685"/>
            <a:r>
              <a:rPr lang="en-US" dirty="0" err="1">
                <a:ea typeface="Calibri"/>
                <a:cs typeface="Courier New" panose="02070309020205020404" pitchFamily="49" charset="0"/>
              </a:rPr>
              <a:t>picocom</a:t>
            </a:r>
            <a:r>
              <a:rPr lang="en-US" dirty="0">
                <a:ea typeface="Calibri"/>
                <a:cs typeface="Courier New" panose="02070309020205020404" pitchFamily="49" charset="0"/>
              </a:rPr>
              <a:t> or similar</a:t>
            </a:r>
            <a:endParaRPr lang="en-US" b="0" dirty="0">
              <a:ea typeface="Calibri"/>
              <a:cs typeface="Courier New" panose="02070309020205020404" pitchFamily="49" charset="0"/>
            </a:endParaRPr>
          </a:p>
          <a:p>
            <a:pPr marL="273685" indent="-273685"/>
            <a:r>
              <a:rPr lang="en-US" b="0" dirty="0">
                <a:ea typeface="Calibri"/>
                <a:cs typeface="Courier New" panose="02070309020205020404" pitchFamily="49" charset="0"/>
              </a:rPr>
              <a:t>west debug</a:t>
            </a:r>
          </a:p>
          <a:p>
            <a:pPr marL="575556" lvl="1" indent="-273685"/>
            <a:r>
              <a:rPr lang="en-US" dirty="0">
                <a:latin typeface="Courier New" panose="02070309020205020404" pitchFamily="49" charset="0"/>
                <a:ea typeface="Calibri"/>
                <a:cs typeface="Courier New" panose="02070309020205020404" pitchFamily="49" charset="0"/>
              </a:rPr>
              <a:t>help</a:t>
            </a:r>
            <a:endParaRPr lang="en-US" b="0" dirty="0">
              <a:latin typeface="Courier New" panose="02070309020205020404" pitchFamily="49" charset="0"/>
              <a:ea typeface="Calibri"/>
              <a:cs typeface="Courier New" panose="02070309020205020404" pitchFamily="49" charset="0"/>
            </a:endParaRPr>
          </a:p>
          <a:p>
            <a:pPr marL="575556" lvl="1" indent="-273685"/>
            <a:r>
              <a:rPr lang="en-US" b="0" dirty="0">
                <a:latin typeface="Courier New" panose="02070309020205020404" pitchFamily="49" charset="0"/>
                <a:ea typeface="Calibri"/>
                <a:cs typeface="Courier New" panose="02070309020205020404" pitchFamily="49" charset="0"/>
              </a:rPr>
              <a:t>tui enable</a:t>
            </a:r>
          </a:p>
          <a:p>
            <a:pPr marL="273685" indent="-273685"/>
            <a:endParaRPr lang="en-US" sz="900" b="0" dirty="0">
              <a:solidFill>
                <a:srgbClr val="333333"/>
              </a:solidFill>
              <a:latin typeface="Segoe UI"/>
              <a:cs typeface="Segoe UI"/>
            </a:endParaRPr>
          </a:p>
          <a:p>
            <a:pPr marL="273685" indent="-273685"/>
            <a:r>
              <a:rPr lang="en-US" b="0" dirty="0" err="1">
                <a:cs typeface="Calibri"/>
              </a:rPr>
              <a:t>VSCode</a:t>
            </a:r>
            <a:r>
              <a:rPr lang="en-US" b="0" dirty="0">
                <a:cs typeface="Calibri"/>
              </a:rPr>
              <a:t> </a:t>
            </a:r>
            <a:r>
              <a:rPr lang="en-US" b="0" dirty="0" err="1">
                <a:cs typeface="Calibri"/>
              </a:rPr>
              <a:t>launch.json</a:t>
            </a:r>
            <a:endParaRPr lang="en-US" b="0" dirty="0">
              <a:cs typeface="Calibri"/>
            </a:endParaRPr>
          </a:p>
          <a:p>
            <a:pPr marL="575556" lvl="1" indent="-273685"/>
            <a:r>
              <a:rPr lang="en-US" dirty="0">
                <a:cs typeface="Calibri"/>
              </a:rPr>
              <a:t>Requires cortex-debug</a:t>
            </a:r>
            <a:endParaRPr lang="en-US" b="0" dirty="0">
              <a:cs typeface="Calibri"/>
            </a:endParaRPr>
          </a:p>
        </p:txBody>
      </p:sp>
      <p:pic>
        <p:nvPicPr>
          <p:cNvPr id="6" name="Picture 5">
            <a:extLst>
              <a:ext uri="{FF2B5EF4-FFF2-40B4-BE49-F238E27FC236}">
                <a16:creationId xmlns:a16="http://schemas.microsoft.com/office/drawing/2014/main" id="{E8B19295-4006-45CA-7E83-1D7A5DFFC4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4217" y="1137601"/>
            <a:ext cx="7192511" cy="4431329"/>
          </a:xfrm>
          <a:prstGeom prst="rect">
            <a:avLst/>
          </a:prstGeom>
          <a:ln>
            <a:noFill/>
          </a:ln>
          <a:effectLst>
            <a:outerShdw blurRad="190500" algn="tl" rotWithShape="0">
              <a:srgbClr val="000000">
                <a:alpha val="70000"/>
              </a:srgbClr>
            </a:outerShdw>
          </a:effectLst>
        </p:spPr>
      </p:pic>
      <p:sp>
        <p:nvSpPr>
          <p:cNvPr id="4" name="Footer Placeholder 3">
            <a:extLst>
              <a:ext uri="{FF2B5EF4-FFF2-40B4-BE49-F238E27FC236}">
                <a16:creationId xmlns:a16="http://schemas.microsoft.com/office/drawing/2014/main" id="{2769F836-DE1D-D973-6FEF-3E250F6F2BDB}"/>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5" name="Slide Number Placeholder 4">
            <a:extLst>
              <a:ext uri="{FF2B5EF4-FFF2-40B4-BE49-F238E27FC236}">
                <a16:creationId xmlns:a16="http://schemas.microsoft.com/office/drawing/2014/main" id="{50398DE5-4ED3-8516-A53B-2947D4666754}"/>
              </a:ext>
            </a:extLst>
          </p:cNvPr>
          <p:cNvSpPr>
            <a:spLocks noGrp="1"/>
          </p:cNvSpPr>
          <p:nvPr>
            <p:ph type="sldNum" sz="quarter" idx="4"/>
          </p:nvPr>
        </p:nvSpPr>
        <p:spPr/>
        <p:txBody>
          <a:bodyPr/>
          <a:lstStyle/>
          <a:p>
            <a:fld id="{4081AA82-C1C2-924B-B843-6C0FB13ED72E}" type="slidenum">
              <a:rPr lang="en-US" smtClean="0"/>
              <a:t>13</a:t>
            </a:fld>
            <a:endParaRPr lang="en-US"/>
          </a:p>
        </p:txBody>
      </p:sp>
    </p:spTree>
    <p:extLst>
      <p:ext uri="{BB962C8B-B14F-4D97-AF65-F5344CB8AC3E}">
        <p14:creationId xmlns:p14="http://schemas.microsoft.com/office/powerpoint/2010/main" val="305583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C07ED-0E8F-3341-BD66-CC6F287C0B94}"/>
              </a:ext>
            </a:extLst>
          </p:cNvPr>
          <p:cNvSpPr>
            <a:spLocks noGrp="1"/>
          </p:cNvSpPr>
          <p:nvPr>
            <p:ph type="title"/>
          </p:nvPr>
        </p:nvSpPr>
        <p:spPr/>
        <p:txBody>
          <a:bodyPr/>
          <a:lstStyle/>
          <a:p>
            <a:r>
              <a:rPr lang="en-US" dirty="0"/>
              <a:t>Zephyr® OS APIs</a:t>
            </a:r>
          </a:p>
        </p:txBody>
      </p:sp>
      <p:sp>
        <p:nvSpPr>
          <p:cNvPr id="3" name="Content Placeholder 2">
            <a:extLst>
              <a:ext uri="{FF2B5EF4-FFF2-40B4-BE49-F238E27FC236}">
                <a16:creationId xmlns:a16="http://schemas.microsoft.com/office/drawing/2014/main" id="{BE6B6E4B-58BC-984B-B688-8AAF041C561C}"/>
              </a:ext>
            </a:extLst>
          </p:cNvPr>
          <p:cNvSpPr>
            <a:spLocks noGrp="1"/>
          </p:cNvSpPr>
          <p:nvPr>
            <p:ph sz="quarter" idx="13"/>
          </p:nvPr>
        </p:nvSpPr>
        <p:spPr/>
        <p:txBody>
          <a:bodyPr vert="horz" lIns="121888" tIns="60944" rIns="121888" bIns="60944" rtlCol="0" anchor="t">
            <a:normAutofit/>
          </a:bodyPr>
          <a:lstStyle/>
          <a:p>
            <a:pPr marL="273685" indent="-273685"/>
            <a:r>
              <a:rPr lang="en-US" b="0" dirty="0">
                <a:ea typeface="+mn-lt"/>
                <a:cs typeface="+mn-lt"/>
                <a:hlinkClick r:id="rId2"/>
              </a:rPr>
              <a:t>https://docs.zephyrproject.org/latest/doxygen/html/index.html</a:t>
            </a:r>
            <a:br>
              <a:rPr lang="en-US" b="0" dirty="0">
                <a:ea typeface="+mn-lt"/>
                <a:cs typeface="+mn-lt"/>
              </a:rPr>
            </a:br>
            <a:endParaRPr lang="en-US" b="0" dirty="0">
              <a:ea typeface="Calibri"/>
              <a:cs typeface="Calibri"/>
              <a:hlinkClick r:id="rId2"/>
            </a:endParaRPr>
          </a:p>
          <a:p>
            <a:pPr marL="273685" indent="-273685"/>
            <a:r>
              <a:rPr lang="en-US" b="0" dirty="0">
                <a:ea typeface="+mn-lt"/>
                <a:cs typeface="+mn-lt"/>
              </a:rPr>
              <a:t>Demo – Navigate the Zephyr OS webpage</a:t>
            </a:r>
          </a:p>
          <a:p>
            <a:pPr marL="273685" indent="-273685"/>
            <a:endParaRPr lang="en-US" sz="900" b="0" dirty="0">
              <a:solidFill>
                <a:srgbClr val="333333"/>
              </a:solidFill>
              <a:latin typeface="Segoe UI"/>
              <a:cs typeface="Segoe UI"/>
            </a:endParaRPr>
          </a:p>
          <a:p>
            <a:pPr marL="273685" indent="-273685"/>
            <a:endParaRPr lang="en-US" dirty="0">
              <a:ea typeface="Calibri"/>
              <a:cs typeface="Calibri"/>
            </a:endParaRPr>
          </a:p>
        </p:txBody>
      </p:sp>
      <p:sp>
        <p:nvSpPr>
          <p:cNvPr id="4" name="Footer Placeholder 3">
            <a:extLst>
              <a:ext uri="{FF2B5EF4-FFF2-40B4-BE49-F238E27FC236}">
                <a16:creationId xmlns:a16="http://schemas.microsoft.com/office/drawing/2014/main" id="{1CB07BCC-6387-0AF0-FD1C-FE195707DBBB}"/>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5" name="Slide Number Placeholder 4">
            <a:extLst>
              <a:ext uri="{FF2B5EF4-FFF2-40B4-BE49-F238E27FC236}">
                <a16:creationId xmlns:a16="http://schemas.microsoft.com/office/drawing/2014/main" id="{839C07C2-0034-0DC9-2EA0-1391BF392D18}"/>
              </a:ext>
            </a:extLst>
          </p:cNvPr>
          <p:cNvSpPr>
            <a:spLocks noGrp="1"/>
          </p:cNvSpPr>
          <p:nvPr>
            <p:ph type="sldNum" sz="quarter" idx="4"/>
          </p:nvPr>
        </p:nvSpPr>
        <p:spPr/>
        <p:txBody>
          <a:bodyPr/>
          <a:lstStyle/>
          <a:p>
            <a:fld id="{4081AA82-C1C2-924B-B843-6C0FB13ED72E}" type="slidenum">
              <a:rPr lang="en-US" smtClean="0"/>
              <a:t>14</a:t>
            </a:fld>
            <a:endParaRPr lang="en-US"/>
          </a:p>
        </p:txBody>
      </p:sp>
    </p:spTree>
    <p:extLst>
      <p:ext uri="{BB962C8B-B14F-4D97-AF65-F5344CB8AC3E}">
        <p14:creationId xmlns:p14="http://schemas.microsoft.com/office/powerpoint/2010/main" val="1609762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C2F1B-220C-9999-7455-1FABDA2DC0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45B385-5AAE-D7BA-3B2C-5DC0DCBF3A79}"/>
              </a:ext>
            </a:extLst>
          </p:cNvPr>
          <p:cNvSpPr>
            <a:spLocks noGrp="1"/>
          </p:cNvSpPr>
          <p:nvPr>
            <p:ph type="title"/>
          </p:nvPr>
        </p:nvSpPr>
        <p:spPr/>
        <p:txBody>
          <a:bodyPr/>
          <a:lstStyle/>
          <a:p>
            <a:r>
              <a:rPr lang="en-US" dirty="0"/>
              <a:t>Lab 1:  </a:t>
            </a:r>
            <a:r>
              <a:rPr lang="en-US" sz="2400" dirty="0">
                <a:effectLst/>
                <a:latin typeface="Calibri" panose="020F0502020204030204" pitchFamily="34" charset="0"/>
                <a:ea typeface="Calibri" panose="020F0502020204030204" pitchFamily="34" charset="0"/>
              </a:rPr>
              <a:t>Build and Deploy a Sample Application, </a:t>
            </a:r>
            <a:r>
              <a:rPr lang="en-US" sz="2400" dirty="0">
                <a:latin typeface="Calibri" panose="020F0502020204030204" pitchFamily="34" charset="0"/>
                <a:ea typeface="Calibri" panose="020F0502020204030204" pitchFamily="34" charset="0"/>
              </a:rPr>
              <a:t>T</a:t>
            </a:r>
            <a:r>
              <a:rPr lang="en-US" sz="2400" dirty="0">
                <a:effectLst/>
                <a:latin typeface="Calibri" panose="020F0502020204030204" pitchFamily="34" charset="0"/>
                <a:ea typeface="Calibri" panose="020F0502020204030204" pitchFamily="34" charset="0"/>
              </a:rPr>
              <a:t>hen Create a New </a:t>
            </a:r>
            <a:r>
              <a:rPr lang="en-US" sz="2400" dirty="0">
                <a:latin typeface="Calibri" panose="020F0502020204030204" pitchFamily="34" charset="0"/>
                <a:ea typeface="Calibri" panose="020F0502020204030204" pitchFamily="34" charset="0"/>
              </a:rPr>
              <a:t>P</a:t>
            </a:r>
            <a:r>
              <a:rPr lang="en-US" sz="2400" dirty="0">
                <a:effectLst/>
                <a:latin typeface="Calibri" panose="020F0502020204030204" pitchFamily="34" charset="0"/>
                <a:ea typeface="Calibri" panose="020F0502020204030204" pitchFamily="34" charset="0"/>
              </a:rPr>
              <a:t>roject </a:t>
            </a:r>
            <a:r>
              <a:rPr lang="en-US" sz="2400" dirty="0">
                <a:latin typeface="Calibri" panose="020F0502020204030204" pitchFamily="34" charset="0"/>
                <a:ea typeface="Calibri" panose="020F0502020204030204" pitchFamily="34" charset="0"/>
              </a:rPr>
              <a:t>T</a:t>
            </a:r>
            <a:r>
              <a:rPr lang="en-US" sz="2400" dirty="0">
                <a:effectLst/>
                <a:latin typeface="Calibri" panose="020F0502020204030204" pitchFamily="34" charset="0"/>
                <a:ea typeface="Calibri" panose="020F0502020204030204" pitchFamily="34" charset="0"/>
              </a:rPr>
              <a:t>ree</a:t>
            </a:r>
            <a:endParaRPr lang="en-US" sz="2400" dirty="0"/>
          </a:p>
        </p:txBody>
      </p:sp>
      <p:sp>
        <p:nvSpPr>
          <p:cNvPr id="3" name="Content Placeholder 2">
            <a:extLst>
              <a:ext uri="{FF2B5EF4-FFF2-40B4-BE49-F238E27FC236}">
                <a16:creationId xmlns:a16="http://schemas.microsoft.com/office/drawing/2014/main" id="{A3B13187-81B1-09D0-8D92-E28AFB4B35D3}"/>
              </a:ext>
            </a:extLst>
          </p:cNvPr>
          <p:cNvSpPr>
            <a:spLocks noGrp="1"/>
          </p:cNvSpPr>
          <p:nvPr>
            <p:ph sz="quarter" idx="13"/>
          </p:nvPr>
        </p:nvSpPr>
        <p:spPr/>
        <p:txBody>
          <a:bodyPr vert="horz" lIns="121888" tIns="60944" rIns="121888" bIns="60944" rtlCol="0" anchor="t">
            <a:normAutofit/>
          </a:bodyPr>
          <a:lstStyle/>
          <a:p>
            <a:pPr marL="273685" indent="-273685"/>
            <a:endParaRPr lang="en-US">
              <a:ea typeface="Calibri"/>
              <a:cs typeface="Calibri"/>
            </a:endParaRPr>
          </a:p>
          <a:p>
            <a:pPr marL="273685" indent="-273685"/>
            <a:endParaRPr lang="en-US">
              <a:ea typeface="Calibri"/>
              <a:cs typeface="Calibri"/>
            </a:endParaRPr>
          </a:p>
          <a:p>
            <a:pPr marL="273685" indent="-273685"/>
            <a:endParaRPr lang="en-US" sz="900" b="0">
              <a:solidFill>
                <a:srgbClr val="333333"/>
              </a:solidFill>
              <a:latin typeface="Segoe UI"/>
              <a:ea typeface="Calibri"/>
              <a:cs typeface="Segoe UI"/>
            </a:endParaRPr>
          </a:p>
          <a:p>
            <a:pPr marL="273685" indent="-273685"/>
            <a:endParaRPr lang="en-US">
              <a:ea typeface="Calibri"/>
              <a:cs typeface="Calibri"/>
            </a:endParaRPr>
          </a:p>
        </p:txBody>
      </p:sp>
      <p:pic>
        <p:nvPicPr>
          <p:cNvPr id="5" name="Picture 4">
            <a:extLst>
              <a:ext uri="{FF2B5EF4-FFF2-40B4-BE49-F238E27FC236}">
                <a16:creationId xmlns:a16="http://schemas.microsoft.com/office/drawing/2014/main" id="{11451ACC-E143-350E-E910-EE4A1504B244}"/>
              </a:ext>
            </a:extLst>
          </p:cNvPr>
          <p:cNvPicPr>
            <a:picLocks noChangeAspect="1"/>
          </p:cNvPicPr>
          <p:nvPr/>
        </p:nvPicPr>
        <p:blipFill>
          <a:blip r:embed="rId2"/>
          <a:stretch>
            <a:fillRect/>
          </a:stretch>
        </p:blipFill>
        <p:spPr>
          <a:xfrm>
            <a:off x="458788" y="1357928"/>
            <a:ext cx="11296650" cy="2476500"/>
          </a:xfrm>
          <a:prstGeom prst="rect">
            <a:avLst/>
          </a:prstGeom>
        </p:spPr>
      </p:pic>
      <p:pic>
        <p:nvPicPr>
          <p:cNvPr id="7" name="Picture 6">
            <a:extLst>
              <a:ext uri="{FF2B5EF4-FFF2-40B4-BE49-F238E27FC236}">
                <a16:creationId xmlns:a16="http://schemas.microsoft.com/office/drawing/2014/main" id="{2A41D936-3C0F-44A9-2AC0-5F87DAACEA2C}"/>
              </a:ext>
            </a:extLst>
          </p:cNvPr>
          <p:cNvPicPr>
            <a:picLocks noChangeAspect="1"/>
          </p:cNvPicPr>
          <p:nvPr/>
        </p:nvPicPr>
        <p:blipFill>
          <a:blip r:embed="rId3"/>
          <a:srcRect r="227" b="37310"/>
          <a:stretch/>
        </p:blipFill>
        <p:spPr>
          <a:xfrm>
            <a:off x="480248" y="1357928"/>
            <a:ext cx="11156949" cy="278855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ectangle 5">
            <a:extLst>
              <a:ext uri="{FF2B5EF4-FFF2-40B4-BE49-F238E27FC236}">
                <a16:creationId xmlns:a16="http://schemas.microsoft.com/office/drawing/2014/main" id="{0BDF012C-46ED-C7A8-FA87-7965B6106E5C}"/>
              </a:ext>
            </a:extLst>
          </p:cNvPr>
          <p:cNvSpPr/>
          <p:nvPr/>
        </p:nvSpPr>
        <p:spPr>
          <a:xfrm>
            <a:off x="433387" y="1299886"/>
            <a:ext cx="11125201" cy="463527"/>
          </a:xfrm>
          <a:prstGeom prst="rect">
            <a:avLst/>
          </a:prstGeom>
          <a:noFill/>
          <a:ln w="76200">
            <a:solidFill>
              <a:srgbClr val="C00000"/>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9" name="Picture 8">
            <a:extLst>
              <a:ext uri="{FF2B5EF4-FFF2-40B4-BE49-F238E27FC236}">
                <a16:creationId xmlns:a16="http://schemas.microsoft.com/office/drawing/2014/main" id="{577F74ED-AF96-A38B-EB57-5A6C21232C59}"/>
              </a:ext>
            </a:extLst>
          </p:cNvPr>
          <p:cNvPicPr>
            <a:picLocks noChangeAspect="1"/>
          </p:cNvPicPr>
          <p:nvPr/>
        </p:nvPicPr>
        <p:blipFill>
          <a:blip r:embed="rId4"/>
          <a:stretch>
            <a:fillRect/>
          </a:stretch>
        </p:blipFill>
        <p:spPr>
          <a:xfrm>
            <a:off x="4183063" y="4306152"/>
            <a:ext cx="7572375" cy="16287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TextBox 9">
            <a:extLst>
              <a:ext uri="{FF2B5EF4-FFF2-40B4-BE49-F238E27FC236}">
                <a16:creationId xmlns:a16="http://schemas.microsoft.com/office/drawing/2014/main" id="{B2F9C920-B1AE-6B5B-B806-A073809E98AA}"/>
              </a:ext>
            </a:extLst>
          </p:cNvPr>
          <p:cNvSpPr txBox="1"/>
          <p:nvPr/>
        </p:nvSpPr>
        <p:spPr>
          <a:xfrm>
            <a:off x="8454045" y="5171811"/>
            <a:ext cx="1380699" cy="461665"/>
          </a:xfrm>
          <a:prstGeom prst="rect">
            <a:avLst/>
          </a:prstGeom>
          <a:noFill/>
        </p:spPr>
        <p:txBody>
          <a:bodyPr wrap="none" rtlCol="0">
            <a:spAutoFit/>
          </a:bodyPr>
          <a:lstStyle/>
          <a:p>
            <a:r>
              <a:rPr lang="en-US" dirty="0">
                <a:solidFill>
                  <a:srgbClr val="FF0000"/>
                </a:solidFill>
              </a:rPr>
              <a:t>SUCCESS!</a:t>
            </a:r>
          </a:p>
        </p:txBody>
      </p:sp>
      <p:sp>
        <p:nvSpPr>
          <p:cNvPr id="4" name="Footer Placeholder 3">
            <a:extLst>
              <a:ext uri="{FF2B5EF4-FFF2-40B4-BE49-F238E27FC236}">
                <a16:creationId xmlns:a16="http://schemas.microsoft.com/office/drawing/2014/main" id="{5AF2120A-B1A5-AFC2-0982-CC66B20348CA}"/>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8" name="Slide Number Placeholder 7">
            <a:extLst>
              <a:ext uri="{FF2B5EF4-FFF2-40B4-BE49-F238E27FC236}">
                <a16:creationId xmlns:a16="http://schemas.microsoft.com/office/drawing/2014/main" id="{23CAEDF9-B610-F3EF-8C38-DA357DD7E962}"/>
              </a:ext>
            </a:extLst>
          </p:cNvPr>
          <p:cNvSpPr>
            <a:spLocks noGrp="1"/>
          </p:cNvSpPr>
          <p:nvPr>
            <p:ph type="sldNum" sz="quarter" idx="4"/>
          </p:nvPr>
        </p:nvSpPr>
        <p:spPr/>
        <p:txBody>
          <a:bodyPr/>
          <a:lstStyle/>
          <a:p>
            <a:fld id="{4081AA82-C1C2-924B-B843-6C0FB13ED72E}" type="slidenum">
              <a:rPr lang="en-US" smtClean="0"/>
              <a:t>15</a:t>
            </a:fld>
            <a:endParaRPr lang="en-US"/>
          </a:p>
        </p:txBody>
      </p:sp>
    </p:spTree>
    <p:extLst>
      <p:ext uri="{BB962C8B-B14F-4D97-AF65-F5344CB8AC3E}">
        <p14:creationId xmlns:p14="http://schemas.microsoft.com/office/powerpoint/2010/main" val="8257247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2A132-B3D3-7BC0-A340-14B7381FB2C4}"/>
              </a:ext>
            </a:extLst>
          </p:cNvPr>
          <p:cNvSpPr>
            <a:spLocks noGrp="1"/>
          </p:cNvSpPr>
          <p:nvPr>
            <p:ph type="title"/>
          </p:nvPr>
        </p:nvSpPr>
        <p:spPr/>
        <p:txBody>
          <a:bodyPr/>
          <a:lstStyle/>
          <a:p>
            <a:r>
              <a:rPr lang="en-US" dirty="0"/>
              <a:t>BZ6 </a:t>
            </a:r>
            <a:r>
              <a:rPr lang="en-US" dirty="0" err="1"/>
              <a:t>OpenOCD</a:t>
            </a:r>
            <a:r>
              <a:rPr lang="en-US" dirty="0"/>
              <a:t> Bugfix</a:t>
            </a:r>
          </a:p>
        </p:txBody>
      </p:sp>
      <p:sp>
        <p:nvSpPr>
          <p:cNvPr id="3" name="Content Placeholder 2">
            <a:extLst>
              <a:ext uri="{FF2B5EF4-FFF2-40B4-BE49-F238E27FC236}">
                <a16:creationId xmlns:a16="http://schemas.microsoft.com/office/drawing/2014/main" id="{54869C14-8CE9-F6FC-16B9-646E77420149}"/>
              </a:ext>
            </a:extLst>
          </p:cNvPr>
          <p:cNvSpPr>
            <a:spLocks noGrp="1"/>
          </p:cNvSpPr>
          <p:nvPr>
            <p:ph sz="quarter" idx="13"/>
          </p:nvPr>
        </p:nvSpPr>
        <p:spPr/>
        <p:txBody>
          <a:bodyPr/>
          <a:lstStyle/>
          <a:p>
            <a:r>
              <a:rPr lang="en-US" b="0" dirty="0"/>
              <a:t>There is a bug in the </a:t>
            </a:r>
            <a:r>
              <a:rPr lang="en-US" b="0" dirty="0" err="1"/>
              <a:t>OpenOCD</a:t>
            </a:r>
            <a:r>
              <a:rPr lang="en-US" b="0" dirty="0"/>
              <a:t> config for the BZ6 that prevents </a:t>
            </a:r>
            <a:r>
              <a:rPr lang="en-US" b="0" dirty="0" err="1"/>
              <a:t>OpenOCD</a:t>
            </a:r>
            <a:r>
              <a:rPr lang="en-US" b="0" dirty="0"/>
              <a:t> from halting the CPU so it can attach to it. While the fix for this has not been officially released yet, a temporary fix is available here: </a:t>
            </a:r>
            <a:r>
              <a:rPr lang="en-US" b="0" dirty="0">
                <a:hlinkClick r:id="rId2"/>
              </a:rPr>
              <a:t>https://github.com/sarpuser/getting-started-with-zephyr/tree/main/bz6_bugfix</a:t>
            </a:r>
            <a:endParaRPr lang="en-US" b="0" dirty="0"/>
          </a:p>
          <a:p>
            <a:r>
              <a:rPr lang="en-US" b="0" dirty="0"/>
              <a:t>Go to that link and download “</a:t>
            </a:r>
            <a:r>
              <a:rPr lang="en-US" b="0" dirty="0" err="1"/>
              <a:t>bugfix.patch</a:t>
            </a:r>
            <a:r>
              <a:rPr lang="en-US" b="0" dirty="0"/>
              <a:t>”.</a:t>
            </a:r>
          </a:p>
          <a:p>
            <a:r>
              <a:rPr lang="en-US" b="0" dirty="0"/>
              <a:t>Run “git –C zephyr apply ../bz6_bugfix/</a:t>
            </a:r>
            <a:r>
              <a:rPr lang="en-US" b="0" dirty="0" err="1"/>
              <a:t>bugfix.patch</a:t>
            </a:r>
            <a:r>
              <a:rPr lang="en-US" b="0" dirty="0"/>
              <a:t>” to apply the patch </a:t>
            </a:r>
          </a:p>
          <a:p>
            <a:endParaRPr lang="en-US" b="0" dirty="0"/>
          </a:p>
        </p:txBody>
      </p:sp>
      <p:sp>
        <p:nvSpPr>
          <p:cNvPr id="4" name="Footer Placeholder 3">
            <a:extLst>
              <a:ext uri="{FF2B5EF4-FFF2-40B4-BE49-F238E27FC236}">
                <a16:creationId xmlns:a16="http://schemas.microsoft.com/office/drawing/2014/main" id="{DE46F0F1-C7B7-CB74-1AB0-609B6CF17949}"/>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5" name="Slide Number Placeholder 4">
            <a:extLst>
              <a:ext uri="{FF2B5EF4-FFF2-40B4-BE49-F238E27FC236}">
                <a16:creationId xmlns:a16="http://schemas.microsoft.com/office/drawing/2014/main" id="{141FB79C-1EA6-21F7-A5CA-F54428F388A9}"/>
              </a:ext>
            </a:extLst>
          </p:cNvPr>
          <p:cNvSpPr>
            <a:spLocks noGrp="1"/>
          </p:cNvSpPr>
          <p:nvPr>
            <p:ph type="sldNum" sz="quarter" idx="4"/>
          </p:nvPr>
        </p:nvSpPr>
        <p:spPr/>
        <p:txBody>
          <a:bodyPr/>
          <a:lstStyle/>
          <a:p>
            <a:fld id="{4081AA82-C1C2-924B-B843-6C0FB13ED72E}" type="slidenum">
              <a:rPr lang="en-US" smtClean="0"/>
              <a:t>16</a:t>
            </a:fld>
            <a:endParaRPr lang="en-US"/>
          </a:p>
        </p:txBody>
      </p:sp>
    </p:spTree>
    <p:extLst>
      <p:ext uri="{BB962C8B-B14F-4D97-AF65-F5344CB8AC3E}">
        <p14:creationId xmlns:p14="http://schemas.microsoft.com/office/powerpoint/2010/main" val="4349525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C07ED-0E8F-3341-BD66-CC6F287C0B94}"/>
              </a:ext>
            </a:extLst>
          </p:cNvPr>
          <p:cNvSpPr>
            <a:spLocks noGrp="1"/>
          </p:cNvSpPr>
          <p:nvPr>
            <p:ph type="title"/>
          </p:nvPr>
        </p:nvSpPr>
        <p:spPr/>
        <p:txBody>
          <a:bodyPr/>
          <a:lstStyle/>
          <a:p>
            <a:r>
              <a:rPr lang="en-US" dirty="0"/>
              <a:t>Lab 1:  Summary</a:t>
            </a:r>
          </a:p>
        </p:txBody>
      </p:sp>
      <p:sp>
        <p:nvSpPr>
          <p:cNvPr id="3" name="Content Placeholder 2">
            <a:extLst>
              <a:ext uri="{FF2B5EF4-FFF2-40B4-BE49-F238E27FC236}">
                <a16:creationId xmlns:a16="http://schemas.microsoft.com/office/drawing/2014/main" id="{BE6B6E4B-58BC-984B-B688-8AAF041C561C}"/>
              </a:ext>
            </a:extLst>
          </p:cNvPr>
          <p:cNvSpPr>
            <a:spLocks noGrp="1"/>
          </p:cNvSpPr>
          <p:nvPr>
            <p:ph sz="quarter" idx="13"/>
          </p:nvPr>
        </p:nvSpPr>
        <p:spPr/>
        <p:txBody>
          <a:bodyPr vert="horz" lIns="121888" tIns="60944" rIns="121888" bIns="60944" rtlCol="0" anchor="t">
            <a:normAutofit/>
          </a:bodyPr>
          <a:lstStyle/>
          <a:p>
            <a:pPr marL="273685" indent="-273685"/>
            <a:endParaRPr lang="en-US" dirty="0">
              <a:ea typeface="Calibri"/>
              <a:cs typeface="Calibri"/>
            </a:endParaRPr>
          </a:p>
          <a:p>
            <a:pPr marL="273685" indent="-273685"/>
            <a:endParaRPr lang="en-US" sz="900" b="0" dirty="0">
              <a:solidFill>
                <a:srgbClr val="333333"/>
              </a:solidFill>
              <a:latin typeface="Segoe UI"/>
              <a:cs typeface="Segoe UI"/>
            </a:endParaRPr>
          </a:p>
          <a:p>
            <a:pPr marL="273685" indent="-273685"/>
            <a:endParaRPr lang="en-US" dirty="0">
              <a:cs typeface="Calibri"/>
            </a:endParaRPr>
          </a:p>
        </p:txBody>
      </p:sp>
      <p:sp>
        <p:nvSpPr>
          <p:cNvPr id="4" name="Content Placeholder 2">
            <a:extLst>
              <a:ext uri="{FF2B5EF4-FFF2-40B4-BE49-F238E27FC236}">
                <a16:creationId xmlns:a16="http://schemas.microsoft.com/office/drawing/2014/main" id="{340C2046-1B0A-6598-2B8E-37299E71CC0F}"/>
              </a:ext>
            </a:extLst>
          </p:cNvPr>
          <p:cNvSpPr txBox="1">
            <a:spLocks/>
          </p:cNvSpPr>
          <p:nvPr/>
        </p:nvSpPr>
        <p:spPr>
          <a:xfrm>
            <a:off x="507178" y="1075473"/>
            <a:ext cx="11400660" cy="5385963"/>
          </a:xfrm>
          <a:prstGeom prst="rect">
            <a:avLst/>
          </a:prstGeom>
        </p:spPr>
        <p:txBody>
          <a:bodyPr vert="horz" lIns="121888" tIns="60944" rIns="121888" bIns="60944" rtlCol="0" anchor="t">
            <a:normAutofit/>
          </a:bodyPr>
          <a:lstStyle>
            <a:lvl1pPr marL="274201" indent="-274201" algn="l" defTabSz="609443" rtl="0" eaLnBrk="1" latinLnBrk="0" hangingPunct="1">
              <a:spcBef>
                <a:spcPts val="300"/>
              </a:spcBef>
              <a:buClr>
                <a:srgbClr val="0E3689"/>
              </a:buClr>
              <a:buFont typeface="Arial"/>
              <a:buChar char="•"/>
              <a:defRPr sz="3200" b="1" kern="1200">
                <a:solidFill>
                  <a:srgbClr val="070707"/>
                </a:solidFill>
                <a:latin typeface="+mn-lt"/>
                <a:ea typeface="+mn-ea"/>
                <a:cs typeface="+mn-cs"/>
              </a:defRPr>
            </a:lvl1pPr>
            <a:lvl2pPr marL="576072" indent="-274320" algn="l" defTabSz="609443" rtl="0" eaLnBrk="1" latinLnBrk="0" hangingPunct="1">
              <a:spcBef>
                <a:spcPts val="300"/>
              </a:spcBef>
              <a:buClr>
                <a:srgbClr val="1D9CE4"/>
              </a:buClr>
              <a:buFont typeface="Arial" panose="020B0604020202020204" pitchFamily="34" charset="0"/>
              <a:buChar char="•"/>
              <a:defRPr sz="2800" kern="1200">
                <a:solidFill>
                  <a:srgbClr val="070707"/>
                </a:solidFill>
                <a:latin typeface="+mn-lt"/>
                <a:ea typeface="+mn-ea"/>
                <a:cs typeface="+mn-cs"/>
              </a:defRPr>
            </a:lvl2pPr>
            <a:lvl3pPr marL="868680" indent="-274320" algn="l" defTabSz="609443" rtl="0" eaLnBrk="1" latinLnBrk="0" hangingPunct="1">
              <a:spcBef>
                <a:spcPts val="300"/>
              </a:spcBef>
              <a:buClr>
                <a:srgbClr val="1D9CE4"/>
              </a:buClr>
              <a:buFont typeface="Arial"/>
              <a:buChar char="•"/>
              <a:defRPr sz="2400" kern="1200">
                <a:solidFill>
                  <a:srgbClr val="070707"/>
                </a:solidFill>
                <a:latin typeface="+mn-lt"/>
                <a:ea typeface="+mn-ea"/>
                <a:cs typeface="+mn-cs"/>
              </a:defRPr>
            </a:lvl3pPr>
            <a:lvl4pPr marL="1143000" indent="-274320" algn="l" defTabSz="609443" rtl="0" eaLnBrk="1" latinLnBrk="0" hangingPunct="1">
              <a:spcBef>
                <a:spcPts val="300"/>
              </a:spcBef>
              <a:buClr>
                <a:srgbClr val="1D9CE4"/>
              </a:buClr>
              <a:buFont typeface="Arial" panose="020B0604020202020204" pitchFamily="34" charset="0"/>
              <a:buChar char="•"/>
              <a:defRPr sz="2000" kern="1200">
                <a:solidFill>
                  <a:srgbClr val="070707"/>
                </a:solidFill>
                <a:latin typeface="+mn-lt"/>
                <a:ea typeface="+mn-ea"/>
                <a:cs typeface="+mn-cs"/>
              </a:defRPr>
            </a:lvl4pPr>
            <a:lvl5pPr marL="1435608" indent="-274320" algn="l" defTabSz="609443" rtl="0" eaLnBrk="1" latinLnBrk="0" hangingPunct="1">
              <a:spcBef>
                <a:spcPts val="300"/>
              </a:spcBef>
              <a:buClr>
                <a:srgbClr val="1D9CE4"/>
              </a:buClr>
              <a:buFont typeface="Arial" panose="020B0604020202020204" pitchFamily="34" charset="0"/>
              <a:buChar char="•"/>
              <a:defRPr sz="2000" kern="1200">
                <a:solidFill>
                  <a:srgbClr val="070707"/>
                </a:solidFill>
                <a:latin typeface="+mn-lt"/>
                <a:ea typeface="+mn-ea"/>
                <a:cs typeface="+mn-cs"/>
              </a:defRPr>
            </a:lvl5pPr>
            <a:lvl6pPr marL="3351933" indent="-304723" algn="l" defTabSz="609443" rtl="0" eaLnBrk="1" latinLnBrk="0" hangingPunct="1">
              <a:spcBef>
                <a:spcPct val="20000"/>
              </a:spcBef>
              <a:buFont typeface="Arial"/>
              <a:buChar char="•"/>
              <a:defRPr sz="2700" kern="1200">
                <a:solidFill>
                  <a:schemeClr val="tx1"/>
                </a:solidFill>
                <a:latin typeface="+mn-lt"/>
                <a:ea typeface="+mn-ea"/>
                <a:cs typeface="+mn-cs"/>
              </a:defRPr>
            </a:lvl6pPr>
            <a:lvl7pPr marL="3961376" indent="-304723" algn="l" defTabSz="609443" rtl="0" eaLnBrk="1" latinLnBrk="0" hangingPunct="1">
              <a:spcBef>
                <a:spcPct val="20000"/>
              </a:spcBef>
              <a:buFont typeface="Arial"/>
              <a:buChar char="•"/>
              <a:defRPr sz="2700" kern="1200">
                <a:solidFill>
                  <a:schemeClr val="tx1"/>
                </a:solidFill>
                <a:latin typeface="+mn-lt"/>
                <a:ea typeface="+mn-ea"/>
                <a:cs typeface="+mn-cs"/>
              </a:defRPr>
            </a:lvl7pPr>
            <a:lvl8pPr marL="4570819" indent="-304723" algn="l" defTabSz="609443" rtl="0" eaLnBrk="1" latinLnBrk="0" hangingPunct="1">
              <a:spcBef>
                <a:spcPct val="20000"/>
              </a:spcBef>
              <a:buFont typeface="Arial"/>
              <a:buChar char="•"/>
              <a:defRPr sz="2700" kern="1200">
                <a:solidFill>
                  <a:schemeClr val="tx1"/>
                </a:solidFill>
                <a:latin typeface="+mn-lt"/>
                <a:ea typeface="+mn-ea"/>
                <a:cs typeface="+mn-cs"/>
              </a:defRPr>
            </a:lvl8pPr>
            <a:lvl9pPr marL="5180261" indent="-304723" algn="l" defTabSz="609443" rtl="0" eaLnBrk="1" latinLnBrk="0" hangingPunct="1">
              <a:spcBef>
                <a:spcPct val="20000"/>
              </a:spcBef>
              <a:buFont typeface="Arial"/>
              <a:buChar char="•"/>
              <a:defRPr sz="2700" kern="1200">
                <a:solidFill>
                  <a:schemeClr val="tx1"/>
                </a:solidFill>
                <a:latin typeface="+mn-lt"/>
                <a:ea typeface="+mn-ea"/>
                <a:cs typeface="+mn-cs"/>
              </a:defRPr>
            </a:lvl9pPr>
          </a:lstStyle>
          <a:p>
            <a:pPr marL="0" indent="0">
              <a:buNone/>
            </a:pPr>
            <a:endParaRPr lang="en-US" sz="900" b="0" dirty="0">
              <a:solidFill>
                <a:srgbClr val="333333"/>
              </a:solidFill>
              <a:latin typeface="Segoe UI"/>
              <a:ea typeface="Calibri"/>
              <a:cs typeface="Segoe UI"/>
            </a:endParaRPr>
          </a:p>
          <a:p>
            <a:pPr marL="273685" indent="-273685"/>
            <a:r>
              <a:rPr lang="en-US" dirty="0">
                <a:ea typeface="Calibri"/>
                <a:cs typeface="Calibri"/>
              </a:rPr>
              <a:t>In this lab, you have learned how to navigate the Zephyr® OS project tree, build and flash sample code and build a skeleton framework for a new project.</a:t>
            </a:r>
          </a:p>
          <a:p>
            <a:pPr marL="273685" indent="-273685"/>
            <a:r>
              <a:rPr lang="en-US" dirty="0">
                <a:ea typeface="Calibri"/>
                <a:cs typeface="Calibri"/>
              </a:rPr>
              <a:t>Your project structure may look different if you want, this is just one way to lay out a project.</a:t>
            </a:r>
          </a:p>
        </p:txBody>
      </p:sp>
      <p:sp>
        <p:nvSpPr>
          <p:cNvPr id="5" name="Footer Placeholder 4">
            <a:extLst>
              <a:ext uri="{FF2B5EF4-FFF2-40B4-BE49-F238E27FC236}">
                <a16:creationId xmlns:a16="http://schemas.microsoft.com/office/drawing/2014/main" id="{CA41146E-B466-5B74-4083-CA41A55E5FAB}"/>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6" name="Slide Number Placeholder 5">
            <a:extLst>
              <a:ext uri="{FF2B5EF4-FFF2-40B4-BE49-F238E27FC236}">
                <a16:creationId xmlns:a16="http://schemas.microsoft.com/office/drawing/2014/main" id="{114BA9A3-6B4E-23F1-3DB1-A55E7F75D344}"/>
              </a:ext>
            </a:extLst>
          </p:cNvPr>
          <p:cNvSpPr>
            <a:spLocks noGrp="1"/>
          </p:cNvSpPr>
          <p:nvPr>
            <p:ph type="sldNum" sz="quarter" idx="4"/>
          </p:nvPr>
        </p:nvSpPr>
        <p:spPr/>
        <p:txBody>
          <a:bodyPr/>
          <a:lstStyle/>
          <a:p>
            <a:fld id="{4081AA82-C1C2-924B-B843-6C0FB13ED72E}" type="slidenum">
              <a:rPr lang="en-US" smtClean="0"/>
              <a:t>17</a:t>
            </a:fld>
            <a:endParaRPr lang="en-US"/>
          </a:p>
        </p:txBody>
      </p:sp>
    </p:spTree>
    <p:extLst>
      <p:ext uri="{BB962C8B-B14F-4D97-AF65-F5344CB8AC3E}">
        <p14:creationId xmlns:p14="http://schemas.microsoft.com/office/powerpoint/2010/main" val="964546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C9F2C-CDE5-A65D-FB3A-36E088DF60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9B98E8-EB8F-69B8-FADE-DAB4B51F2148}"/>
              </a:ext>
            </a:extLst>
          </p:cNvPr>
          <p:cNvSpPr>
            <a:spLocks noGrp="1"/>
          </p:cNvSpPr>
          <p:nvPr>
            <p:ph type="title"/>
          </p:nvPr>
        </p:nvSpPr>
        <p:spPr>
          <a:xfrm>
            <a:off x="3410606" y="2034289"/>
            <a:ext cx="7909168" cy="1591386"/>
          </a:xfrm>
        </p:spPr>
        <p:txBody>
          <a:bodyPr/>
          <a:lstStyle/>
          <a:p>
            <a:r>
              <a:rPr lang="en-US" altLang="en-US" dirty="0"/>
              <a:t>Zephyr® OS </a:t>
            </a:r>
            <a:br>
              <a:rPr lang="en-US" altLang="en-US" dirty="0"/>
            </a:br>
            <a:r>
              <a:rPr lang="en-US" altLang="en-US" dirty="0"/>
              <a:t>Kernel Services</a:t>
            </a:r>
          </a:p>
        </p:txBody>
      </p:sp>
    </p:spTree>
    <p:extLst>
      <p:ext uri="{BB962C8B-B14F-4D97-AF65-F5344CB8AC3E}">
        <p14:creationId xmlns:p14="http://schemas.microsoft.com/office/powerpoint/2010/main" val="33305819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C07ED-0E8F-3341-BD66-CC6F287C0B94}"/>
              </a:ext>
            </a:extLst>
          </p:cNvPr>
          <p:cNvSpPr>
            <a:spLocks noGrp="1"/>
          </p:cNvSpPr>
          <p:nvPr>
            <p:ph type="title"/>
          </p:nvPr>
        </p:nvSpPr>
        <p:spPr/>
        <p:txBody>
          <a:bodyPr/>
          <a:lstStyle/>
          <a:p>
            <a:r>
              <a:rPr lang="en-US" dirty="0"/>
              <a:t>Zephyr® OS Kernel Services</a:t>
            </a:r>
          </a:p>
        </p:txBody>
      </p:sp>
      <p:sp>
        <p:nvSpPr>
          <p:cNvPr id="3" name="Content Placeholder 2">
            <a:extLst>
              <a:ext uri="{FF2B5EF4-FFF2-40B4-BE49-F238E27FC236}">
                <a16:creationId xmlns:a16="http://schemas.microsoft.com/office/drawing/2014/main" id="{BE6B6E4B-58BC-984B-B688-8AAF041C561C}"/>
              </a:ext>
            </a:extLst>
          </p:cNvPr>
          <p:cNvSpPr>
            <a:spLocks noGrp="1"/>
          </p:cNvSpPr>
          <p:nvPr>
            <p:ph sz="quarter" idx="13"/>
          </p:nvPr>
        </p:nvSpPr>
        <p:spPr/>
        <p:txBody>
          <a:bodyPr vert="horz" lIns="121888" tIns="60944" rIns="121888" bIns="60944" rtlCol="0" anchor="t">
            <a:normAutofit/>
          </a:bodyPr>
          <a:lstStyle/>
          <a:p>
            <a:pPr marL="273685" indent="-273685"/>
            <a:r>
              <a:rPr lang="en-US" dirty="0">
                <a:ea typeface="Calibri"/>
                <a:cs typeface="Calibri"/>
              </a:rPr>
              <a:t>Scheduling Services</a:t>
            </a:r>
          </a:p>
          <a:p>
            <a:pPr marL="575556" lvl="1" indent="-273685"/>
            <a:r>
              <a:rPr lang="en-US" dirty="0">
                <a:ea typeface="Calibri"/>
                <a:cs typeface="Calibri"/>
              </a:rPr>
              <a:t>Threads, Idling, Interrupts, Semaphores, Mutexes, Events</a:t>
            </a:r>
          </a:p>
          <a:p>
            <a:pPr marL="273685" indent="-273685"/>
            <a:r>
              <a:rPr lang="en-US" dirty="0">
                <a:latin typeface="Calibri"/>
                <a:ea typeface="Calibri"/>
                <a:cs typeface="Calibri"/>
              </a:rPr>
              <a:t>Data Passing Services</a:t>
            </a:r>
          </a:p>
          <a:p>
            <a:pPr marL="575556" lvl="1" indent="-273685"/>
            <a:r>
              <a:rPr lang="en-US" dirty="0">
                <a:latin typeface="Calibri"/>
                <a:ea typeface="Calibri"/>
                <a:cs typeface="Calibri"/>
              </a:rPr>
              <a:t>FIFO/LIFO, Message Queue, Mailbox, Pipe</a:t>
            </a:r>
          </a:p>
          <a:p>
            <a:pPr marL="273685" indent="-273685"/>
            <a:r>
              <a:rPr lang="en-US" dirty="0">
                <a:latin typeface="Calibri"/>
                <a:ea typeface="Calibri"/>
                <a:cs typeface="Calibri"/>
              </a:rPr>
              <a:t>Memory Management</a:t>
            </a:r>
          </a:p>
          <a:p>
            <a:pPr marL="575556" lvl="1" indent="-273685"/>
            <a:r>
              <a:rPr lang="en-US" dirty="0">
                <a:latin typeface="Calibri"/>
                <a:ea typeface="Calibri"/>
                <a:cs typeface="Calibri"/>
              </a:rPr>
              <a:t>Heaps, Slabs, Blocks Allocator, Demand Paging, Virtual Memory</a:t>
            </a:r>
          </a:p>
          <a:p>
            <a:pPr marL="273685" indent="-273685"/>
            <a:r>
              <a:rPr lang="en-US" dirty="0">
                <a:solidFill>
                  <a:srgbClr val="333333"/>
                </a:solidFill>
                <a:ea typeface="Calibri"/>
                <a:cs typeface="Calibri"/>
              </a:rPr>
              <a:t>Timing</a:t>
            </a:r>
          </a:p>
          <a:p>
            <a:pPr marL="575556" lvl="1" indent="-273685"/>
            <a:r>
              <a:rPr lang="en-US" dirty="0">
                <a:solidFill>
                  <a:srgbClr val="333333"/>
                </a:solidFill>
                <a:ea typeface="Calibri"/>
                <a:cs typeface="Calibri"/>
              </a:rPr>
              <a:t>Kernel Timing, Timers</a:t>
            </a:r>
          </a:p>
          <a:p>
            <a:pPr marL="273685" indent="-273685"/>
            <a:r>
              <a:rPr lang="en-US" dirty="0">
                <a:solidFill>
                  <a:srgbClr val="333333"/>
                </a:solidFill>
                <a:ea typeface="Calibri"/>
                <a:cs typeface="Calibri"/>
              </a:rPr>
              <a:t>Other</a:t>
            </a:r>
          </a:p>
          <a:p>
            <a:pPr marL="575556" lvl="1" indent="-273685"/>
            <a:r>
              <a:rPr lang="en-US" dirty="0">
                <a:solidFill>
                  <a:srgbClr val="333333"/>
                </a:solidFill>
                <a:ea typeface="Calibri"/>
                <a:cs typeface="Calibri"/>
              </a:rPr>
              <a:t>Atomic Variables, Floating Point, Fatal Errors</a:t>
            </a:r>
            <a:endParaRPr lang="en-US" dirty="0">
              <a:solidFill>
                <a:srgbClr val="333333"/>
              </a:solidFill>
              <a:ea typeface="Calibri"/>
              <a:cs typeface="Segoe UI"/>
            </a:endParaRPr>
          </a:p>
          <a:p>
            <a:pPr marL="273685" indent="-273685"/>
            <a:endParaRPr lang="en-US" dirty="0">
              <a:ea typeface="Calibri"/>
              <a:cs typeface="Calibri"/>
            </a:endParaRPr>
          </a:p>
        </p:txBody>
      </p:sp>
      <p:sp>
        <p:nvSpPr>
          <p:cNvPr id="4" name="Footer Placeholder 3">
            <a:extLst>
              <a:ext uri="{FF2B5EF4-FFF2-40B4-BE49-F238E27FC236}">
                <a16:creationId xmlns:a16="http://schemas.microsoft.com/office/drawing/2014/main" id="{6A37BCB7-F2B0-9F1F-5583-58279798FCF6}"/>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5" name="Slide Number Placeholder 4">
            <a:extLst>
              <a:ext uri="{FF2B5EF4-FFF2-40B4-BE49-F238E27FC236}">
                <a16:creationId xmlns:a16="http://schemas.microsoft.com/office/drawing/2014/main" id="{DD08478B-7C23-AE8B-BCB6-509A7788006D}"/>
              </a:ext>
            </a:extLst>
          </p:cNvPr>
          <p:cNvSpPr>
            <a:spLocks noGrp="1"/>
          </p:cNvSpPr>
          <p:nvPr>
            <p:ph type="sldNum" sz="quarter" idx="4"/>
          </p:nvPr>
        </p:nvSpPr>
        <p:spPr/>
        <p:txBody>
          <a:bodyPr/>
          <a:lstStyle/>
          <a:p>
            <a:fld id="{4081AA82-C1C2-924B-B843-6C0FB13ED72E}" type="slidenum">
              <a:rPr lang="en-US" smtClean="0"/>
              <a:t>19</a:t>
            </a:fld>
            <a:endParaRPr lang="en-US"/>
          </a:p>
        </p:txBody>
      </p:sp>
    </p:spTree>
    <p:extLst>
      <p:ext uri="{BB962C8B-B14F-4D97-AF65-F5344CB8AC3E}">
        <p14:creationId xmlns:p14="http://schemas.microsoft.com/office/powerpoint/2010/main" val="1805452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C07ED-0E8F-3341-BD66-CC6F287C0B94}"/>
              </a:ext>
            </a:extLst>
          </p:cNvPr>
          <p:cNvSpPr>
            <a:spLocks noGrp="1"/>
          </p:cNvSpPr>
          <p:nvPr>
            <p:ph type="title"/>
          </p:nvPr>
        </p:nvSpPr>
        <p:spPr/>
        <p:txBody>
          <a:bodyPr/>
          <a:lstStyle/>
          <a:p>
            <a:r>
              <a:rPr lang="en-US" dirty="0"/>
              <a:t>Using Zephyr® OS Threads</a:t>
            </a:r>
          </a:p>
        </p:txBody>
      </p:sp>
      <p:sp>
        <p:nvSpPr>
          <p:cNvPr id="3" name="Content Placeholder 2">
            <a:extLst>
              <a:ext uri="{FF2B5EF4-FFF2-40B4-BE49-F238E27FC236}">
                <a16:creationId xmlns:a16="http://schemas.microsoft.com/office/drawing/2014/main" id="{BE6B6E4B-58BC-984B-B688-8AAF041C561C}"/>
              </a:ext>
            </a:extLst>
          </p:cNvPr>
          <p:cNvSpPr>
            <a:spLocks noGrp="1"/>
          </p:cNvSpPr>
          <p:nvPr>
            <p:ph sz="quarter" idx="13"/>
          </p:nvPr>
        </p:nvSpPr>
        <p:spPr/>
        <p:txBody>
          <a:bodyPr vert="horz" lIns="121888" tIns="60944" rIns="121888" bIns="60944" rtlCol="0" anchor="t">
            <a:normAutofit/>
          </a:bodyPr>
          <a:lstStyle/>
          <a:p>
            <a:pPr marL="273685" indent="-273685"/>
            <a:r>
              <a:rPr lang="en-US" dirty="0">
                <a:ea typeface="Calibri"/>
                <a:cs typeface="Calibri"/>
              </a:rPr>
              <a:t>What is a Thread?</a:t>
            </a:r>
          </a:p>
          <a:p>
            <a:pPr marL="575556" lvl="1" indent="-273685"/>
            <a:r>
              <a:rPr lang="en-US" sz="2400" b="0" i="0" dirty="0">
                <a:solidFill>
                  <a:srgbClr val="404040"/>
                </a:solidFill>
                <a:effectLst/>
                <a:highlight>
                  <a:srgbClr val="FCFCFC"/>
                </a:highlight>
                <a:latin typeface="system-ui"/>
              </a:rPr>
              <a:t>“A </a:t>
            </a:r>
            <a:r>
              <a:rPr lang="en-US" sz="2400" b="0" i="1" dirty="0">
                <a:solidFill>
                  <a:srgbClr val="404040"/>
                </a:solidFill>
                <a:effectLst/>
                <a:highlight>
                  <a:srgbClr val="FCFCFC"/>
                </a:highlight>
                <a:latin typeface="system-ui"/>
              </a:rPr>
              <a:t>thread</a:t>
            </a:r>
            <a:r>
              <a:rPr lang="en-US" sz="2400" b="0" i="0" dirty="0">
                <a:solidFill>
                  <a:srgbClr val="404040"/>
                </a:solidFill>
                <a:effectLst/>
                <a:highlight>
                  <a:srgbClr val="FCFCFC"/>
                </a:highlight>
                <a:latin typeface="system-ui"/>
              </a:rPr>
              <a:t> is a kernel object that is used for application processing that is too lengthy or too complex to be performed by an ISR.”</a:t>
            </a:r>
            <a:br>
              <a:rPr lang="en-US" sz="2400" b="0" i="0" dirty="0">
                <a:solidFill>
                  <a:srgbClr val="404040"/>
                </a:solidFill>
                <a:effectLst/>
                <a:highlight>
                  <a:srgbClr val="FCFCFC"/>
                </a:highlight>
                <a:latin typeface="system-ui"/>
              </a:rPr>
            </a:br>
            <a:br>
              <a:rPr lang="en-US" sz="2400" b="0" i="0" dirty="0">
                <a:solidFill>
                  <a:srgbClr val="404040"/>
                </a:solidFill>
                <a:effectLst/>
                <a:highlight>
                  <a:srgbClr val="FCFCFC"/>
                </a:highlight>
                <a:latin typeface="system-ui"/>
              </a:rPr>
            </a:br>
            <a:r>
              <a:rPr lang="en-US" sz="2400" b="0" i="0" dirty="0">
                <a:solidFill>
                  <a:srgbClr val="404040"/>
                </a:solidFill>
                <a:effectLst/>
                <a:highlight>
                  <a:srgbClr val="FCFCFC"/>
                </a:highlight>
                <a:latin typeface="system-ui"/>
              </a:rPr>
              <a:t>Any number of threads can be defined by an application (limited only by available RAM). Each thread is referenced by a </a:t>
            </a:r>
            <a:r>
              <a:rPr lang="en-US" sz="2400" b="0" i="1" dirty="0">
                <a:solidFill>
                  <a:srgbClr val="404040"/>
                </a:solidFill>
                <a:effectLst/>
                <a:highlight>
                  <a:srgbClr val="FCFCFC"/>
                </a:highlight>
                <a:latin typeface="system-ui"/>
              </a:rPr>
              <a:t>thread id</a:t>
            </a:r>
            <a:r>
              <a:rPr lang="en-US" sz="2400" b="0" i="0" dirty="0">
                <a:solidFill>
                  <a:srgbClr val="404040"/>
                </a:solidFill>
                <a:effectLst/>
                <a:highlight>
                  <a:srgbClr val="FCFCFC"/>
                </a:highlight>
                <a:latin typeface="system-ui"/>
              </a:rPr>
              <a:t> that is assigned when the thread is spawned.”</a:t>
            </a:r>
            <a:endParaRPr lang="en-US" sz="2400" dirty="0">
              <a:ea typeface="Calibri"/>
              <a:cs typeface="Calibri"/>
            </a:endParaRPr>
          </a:p>
          <a:p>
            <a:pPr marL="273685" indent="-273685"/>
            <a:r>
              <a:rPr lang="en-US" dirty="0">
                <a:ea typeface="Calibri"/>
                <a:cs typeface="Calibri"/>
              </a:rPr>
              <a:t>Initializing a thread:</a:t>
            </a:r>
          </a:p>
        </p:txBody>
      </p:sp>
      <p:pic>
        <p:nvPicPr>
          <p:cNvPr id="4" name="Picture 3">
            <a:extLst>
              <a:ext uri="{FF2B5EF4-FFF2-40B4-BE49-F238E27FC236}">
                <a16:creationId xmlns:a16="http://schemas.microsoft.com/office/drawing/2014/main" id="{A5320BF4-989C-6A85-AFB1-D7D7C64BF44A}"/>
              </a:ext>
            </a:extLst>
          </p:cNvPr>
          <p:cNvPicPr>
            <a:picLocks noChangeAspect="1"/>
          </p:cNvPicPr>
          <p:nvPr/>
        </p:nvPicPr>
        <p:blipFill>
          <a:blip r:embed="rId2"/>
          <a:stretch>
            <a:fillRect/>
          </a:stretch>
        </p:blipFill>
        <p:spPr>
          <a:xfrm>
            <a:off x="4187596" y="3799114"/>
            <a:ext cx="5445471" cy="2559459"/>
          </a:xfrm>
          <a:prstGeom prst="rect">
            <a:avLst/>
          </a:prstGeom>
          <a:ln>
            <a:noFill/>
          </a:ln>
          <a:effectLst>
            <a:outerShdw blurRad="190500" algn="tl" rotWithShape="0">
              <a:srgbClr val="000000">
                <a:alpha val="70000"/>
              </a:srgbClr>
            </a:outerShdw>
          </a:effectLst>
        </p:spPr>
      </p:pic>
      <p:sp>
        <p:nvSpPr>
          <p:cNvPr id="5" name="Footer Placeholder 4">
            <a:extLst>
              <a:ext uri="{FF2B5EF4-FFF2-40B4-BE49-F238E27FC236}">
                <a16:creationId xmlns:a16="http://schemas.microsoft.com/office/drawing/2014/main" id="{707BA240-055B-3AD4-3D04-5FCE4C8D264A}"/>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6" name="Slide Number Placeholder 5">
            <a:extLst>
              <a:ext uri="{FF2B5EF4-FFF2-40B4-BE49-F238E27FC236}">
                <a16:creationId xmlns:a16="http://schemas.microsoft.com/office/drawing/2014/main" id="{9AF7DEC4-B6BF-7651-C956-79AA0B8C97C0}"/>
              </a:ext>
            </a:extLst>
          </p:cNvPr>
          <p:cNvSpPr>
            <a:spLocks noGrp="1"/>
          </p:cNvSpPr>
          <p:nvPr>
            <p:ph type="sldNum" sz="quarter" idx="4"/>
          </p:nvPr>
        </p:nvSpPr>
        <p:spPr/>
        <p:txBody>
          <a:bodyPr/>
          <a:lstStyle/>
          <a:p>
            <a:fld id="{4081AA82-C1C2-924B-B843-6C0FB13ED72E}" type="slidenum">
              <a:rPr lang="en-US" smtClean="0"/>
              <a:t>20</a:t>
            </a:fld>
            <a:endParaRPr lang="en-US"/>
          </a:p>
        </p:txBody>
      </p:sp>
    </p:spTree>
    <p:extLst>
      <p:ext uri="{BB962C8B-B14F-4D97-AF65-F5344CB8AC3E}">
        <p14:creationId xmlns:p14="http://schemas.microsoft.com/office/powerpoint/2010/main" val="2126827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2" presetClass="path" presetSubtype="0" accel="50000" decel="50000" fill="hold" nodeType="clickEffect">
                                  <p:stCondLst>
                                    <p:cond delay="0"/>
                                  </p:stCondLst>
                                  <p:childTnLst>
                                    <p:animMotion origin="layout" path="M -4.5168E-6 7.40741E-7 L -0.06694 -0.24051 " pathEditMode="relative" rAng="0" ptsTypes="AA">
                                      <p:cBhvr>
                                        <p:cTn id="22" dur="2000" fill="hold"/>
                                        <p:tgtEl>
                                          <p:spTgt spid="4"/>
                                        </p:tgtEl>
                                        <p:attrNameLst>
                                          <p:attrName>ppt_x</p:attrName>
                                          <p:attrName>ppt_y</p:attrName>
                                        </p:attrNameLst>
                                      </p:cBhvr>
                                      <p:rCtr x="-3347" y="-12037"/>
                                    </p:animMotion>
                                  </p:childTnLst>
                                </p:cTn>
                              </p:par>
                            </p:childTnLst>
                          </p:cTn>
                        </p:par>
                      </p:childTnLst>
                    </p:cTn>
                  </p:par>
                  <p:par>
                    <p:cTn id="23" fill="hold">
                      <p:stCondLst>
                        <p:cond delay="indefinite"/>
                      </p:stCondLst>
                      <p:childTnLst>
                        <p:par>
                          <p:cTn id="24" fill="hold">
                            <p:stCondLst>
                              <p:cond delay="0"/>
                            </p:stCondLst>
                            <p:childTnLst>
                              <p:par>
                                <p:cTn id="25" presetID="6" presetClass="emph" presetSubtype="0" fill="hold" nodeType="clickEffect">
                                  <p:stCondLst>
                                    <p:cond delay="0"/>
                                  </p:stCondLst>
                                  <p:childTnLst>
                                    <p:animScale>
                                      <p:cBhvr>
                                        <p:cTn id="26" dur="2000" fill="hold"/>
                                        <p:tgtEl>
                                          <p:spTgt spid="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C07ED-0E8F-3341-BD66-CC6F287C0B94}"/>
              </a:ext>
            </a:extLst>
          </p:cNvPr>
          <p:cNvSpPr>
            <a:spLocks noGrp="1"/>
          </p:cNvSpPr>
          <p:nvPr>
            <p:ph type="title"/>
          </p:nvPr>
        </p:nvSpPr>
        <p:spPr/>
        <p:txBody>
          <a:bodyPr/>
          <a:lstStyle/>
          <a:p>
            <a:r>
              <a:rPr lang="en-US" dirty="0"/>
              <a:t>Using Zephyr® OS Threads (Continued)</a:t>
            </a:r>
          </a:p>
        </p:txBody>
      </p:sp>
      <p:sp>
        <p:nvSpPr>
          <p:cNvPr id="3" name="Content Placeholder 2">
            <a:extLst>
              <a:ext uri="{FF2B5EF4-FFF2-40B4-BE49-F238E27FC236}">
                <a16:creationId xmlns:a16="http://schemas.microsoft.com/office/drawing/2014/main" id="{BE6B6E4B-58BC-984B-B688-8AAF041C561C}"/>
              </a:ext>
            </a:extLst>
          </p:cNvPr>
          <p:cNvSpPr>
            <a:spLocks noGrp="1"/>
          </p:cNvSpPr>
          <p:nvPr>
            <p:ph sz="quarter" idx="13"/>
          </p:nvPr>
        </p:nvSpPr>
        <p:spPr/>
        <p:txBody>
          <a:bodyPr vert="horz" lIns="121888" tIns="60944" rIns="121888" bIns="60944" rtlCol="0" anchor="t">
            <a:normAutofit fontScale="92500" lnSpcReduction="10000"/>
          </a:bodyPr>
          <a:lstStyle/>
          <a:p>
            <a:pPr marL="273685" indent="-273685"/>
            <a:r>
              <a:rPr lang="en-US" b="1" dirty="0">
                <a:latin typeface="Calibri"/>
                <a:ea typeface="Calibri"/>
                <a:cs typeface="Calibri"/>
              </a:rPr>
              <a:t>Using Priority </a:t>
            </a:r>
          </a:p>
          <a:p>
            <a:pPr marL="575556" lvl="1" indent="-273685"/>
            <a:r>
              <a:rPr lang="en-US" dirty="0">
                <a:latin typeface="Calibri"/>
                <a:ea typeface="Calibri"/>
                <a:cs typeface="Calibri"/>
              </a:rPr>
              <a:t>Integers, lower numbers are</a:t>
            </a:r>
            <a:br>
              <a:rPr lang="en-US" dirty="0">
                <a:latin typeface="Calibri"/>
                <a:ea typeface="Calibri"/>
                <a:cs typeface="Calibri"/>
              </a:rPr>
            </a:br>
            <a:r>
              <a:rPr lang="en-US" dirty="0">
                <a:latin typeface="Calibri"/>
                <a:ea typeface="Calibri"/>
                <a:cs typeface="Calibri"/>
              </a:rPr>
              <a:t>higher priority</a:t>
            </a:r>
          </a:p>
          <a:p>
            <a:pPr marL="575556" lvl="1" indent="-273685"/>
            <a:r>
              <a:rPr lang="en-US" i="1" dirty="0">
                <a:latin typeface="Calibri"/>
                <a:ea typeface="Calibri"/>
                <a:cs typeface="Calibri"/>
              </a:rPr>
              <a:t>Avoid Priority Inversion!!!</a:t>
            </a:r>
            <a:br>
              <a:rPr lang="en-US" i="1" dirty="0">
                <a:latin typeface="Calibri"/>
                <a:ea typeface="Calibri"/>
                <a:cs typeface="Calibri"/>
              </a:rPr>
            </a:br>
            <a:endParaRPr lang="en-US" i="1" dirty="0">
              <a:latin typeface="Calibri"/>
              <a:ea typeface="Calibri"/>
              <a:cs typeface="Calibri"/>
            </a:endParaRPr>
          </a:p>
          <a:p>
            <a:pPr marL="456954" indent="-457200"/>
            <a:r>
              <a:rPr lang="en-US" b="1" dirty="0">
                <a:latin typeface="Calibri"/>
                <a:ea typeface="Calibri"/>
                <a:cs typeface="Calibri"/>
              </a:rPr>
              <a:t>Passing in </a:t>
            </a:r>
            <a:r>
              <a:rPr lang="en-US" b="1" dirty="0" err="1">
                <a:latin typeface="Calibri"/>
                <a:ea typeface="Calibri"/>
                <a:cs typeface="Calibri"/>
              </a:rPr>
              <a:t>UserData</a:t>
            </a:r>
            <a:r>
              <a:rPr lang="en-US" b="1" dirty="0">
                <a:latin typeface="Calibri"/>
                <a:ea typeface="Calibri"/>
                <a:cs typeface="Calibri"/>
              </a:rPr>
              <a:t> (why?)</a:t>
            </a:r>
          </a:p>
          <a:p>
            <a:pPr marL="758825" lvl="1" indent="-457200"/>
            <a:r>
              <a:rPr lang="en-US" sz="2000" dirty="0">
                <a:effectLst/>
                <a:latin typeface="Courier New" panose="02070309020205020404" pitchFamily="49" charset="0"/>
                <a:cs typeface="Courier New" panose="02070309020205020404" pitchFamily="49" charset="0"/>
              </a:rPr>
              <a:t>void</a:t>
            </a:r>
            <a:r>
              <a:rPr lang="en-US" sz="2000" dirty="0">
                <a:solidFill>
                  <a:srgbClr val="BBBBBB"/>
                </a:solidFill>
                <a:effectLst/>
                <a:latin typeface="Courier New" panose="02070309020205020404" pitchFamily="49" charset="0"/>
                <a:cs typeface="Courier New" panose="02070309020205020404" pitchFamily="49" charset="0"/>
              </a:rPr>
              <a:t> </a:t>
            </a:r>
            <a:r>
              <a:rPr lang="en-US" sz="2000" dirty="0" err="1">
                <a:effectLst/>
                <a:latin typeface="Courier New" panose="02070309020205020404" pitchFamily="49" charset="0"/>
                <a:cs typeface="Courier New" panose="02070309020205020404" pitchFamily="49" charset="0"/>
              </a:rPr>
              <a:t>my_entry_point</a:t>
            </a:r>
            <a:r>
              <a:rPr lang="en-US" sz="2000" dirty="0">
                <a:effectLst/>
                <a:latin typeface="Courier New" panose="02070309020205020404" pitchFamily="49" charset="0"/>
                <a:cs typeface="Courier New" panose="02070309020205020404" pitchFamily="49" charset="0"/>
              </a:rPr>
              <a:t>(void</a:t>
            </a:r>
            <a:r>
              <a:rPr lang="en-US" sz="2000" dirty="0">
                <a:solidFill>
                  <a:srgbClr val="BBBBBB"/>
                </a:solidFill>
                <a:effectLst/>
                <a:latin typeface="Courier New" panose="02070309020205020404" pitchFamily="49" charset="0"/>
                <a:cs typeface="Courier New" panose="02070309020205020404" pitchFamily="49" charset="0"/>
              </a:rPr>
              <a:t> </a:t>
            </a:r>
            <a:r>
              <a:rPr lang="en-US" sz="2000" dirty="0">
                <a:effectLst/>
                <a:latin typeface="Courier New" panose="02070309020205020404" pitchFamily="49" charset="0"/>
                <a:cs typeface="Courier New" panose="02070309020205020404" pitchFamily="49" charset="0"/>
              </a:rPr>
              <a:t>*,</a:t>
            </a:r>
            <a:r>
              <a:rPr lang="en-US" sz="2000" dirty="0">
                <a:solidFill>
                  <a:srgbClr val="BBBBBB"/>
                </a:solidFill>
                <a:effectLst/>
                <a:latin typeface="Courier New" panose="02070309020205020404" pitchFamily="49" charset="0"/>
                <a:cs typeface="Courier New" panose="02070309020205020404" pitchFamily="49" charset="0"/>
              </a:rPr>
              <a:t> </a:t>
            </a:r>
            <a:r>
              <a:rPr lang="en-US" sz="2000" dirty="0">
                <a:effectLst/>
                <a:latin typeface="Courier New" panose="02070309020205020404" pitchFamily="49" charset="0"/>
                <a:cs typeface="Courier New" panose="02070309020205020404" pitchFamily="49" charset="0"/>
              </a:rPr>
              <a:t>void</a:t>
            </a:r>
            <a:r>
              <a:rPr lang="en-US" sz="2000" dirty="0">
                <a:solidFill>
                  <a:srgbClr val="BBBBBB"/>
                </a:solidFill>
                <a:effectLst/>
                <a:latin typeface="Courier New" panose="02070309020205020404" pitchFamily="49" charset="0"/>
                <a:cs typeface="Courier New" panose="02070309020205020404" pitchFamily="49" charset="0"/>
              </a:rPr>
              <a:t> </a:t>
            </a:r>
            <a:r>
              <a:rPr lang="en-US" sz="2000" dirty="0">
                <a:effectLst/>
                <a:latin typeface="Courier New" panose="02070309020205020404" pitchFamily="49" charset="0"/>
                <a:cs typeface="Courier New" panose="02070309020205020404" pitchFamily="49" charset="0"/>
              </a:rPr>
              <a:t>*,</a:t>
            </a:r>
            <a:r>
              <a:rPr lang="en-US" sz="2000" dirty="0">
                <a:solidFill>
                  <a:srgbClr val="BBBBBB"/>
                </a:solidFill>
                <a:effectLst/>
                <a:latin typeface="Courier New" panose="02070309020205020404" pitchFamily="49" charset="0"/>
                <a:cs typeface="Courier New" panose="02070309020205020404" pitchFamily="49" charset="0"/>
              </a:rPr>
              <a:t> </a:t>
            </a:r>
            <a:r>
              <a:rPr lang="en-US" sz="2000" dirty="0">
                <a:effectLst/>
                <a:latin typeface="Courier New" panose="02070309020205020404" pitchFamily="49" charset="0"/>
                <a:cs typeface="Courier New" panose="02070309020205020404" pitchFamily="49" charset="0"/>
              </a:rPr>
              <a:t>void</a:t>
            </a:r>
            <a:r>
              <a:rPr lang="en-US" sz="2000" dirty="0">
                <a:solidFill>
                  <a:srgbClr val="BBBBBB"/>
                </a:solidFill>
                <a:effectLst/>
                <a:latin typeface="Courier New" panose="02070309020205020404" pitchFamily="49" charset="0"/>
                <a:cs typeface="Courier New" panose="02070309020205020404" pitchFamily="49" charset="0"/>
              </a:rPr>
              <a:t> </a:t>
            </a:r>
            <a:r>
              <a:rPr lang="en-US" sz="2000" dirty="0">
                <a:effectLst/>
                <a:latin typeface="Courier New" panose="02070309020205020404" pitchFamily="49" charset="0"/>
                <a:cs typeface="Courier New" panose="02070309020205020404" pitchFamily="49" charset="0"/>
              </a:rPr>
              <a:t>*);</a:t>
            </a:r>
            <a:br>
              <a:rPr lang="en-US" sz="2000" dirty="0">
                <a:effectLst/>
                <a:latin typeface="Courier New" panose="02070309020205020404" pitchFamily="49" charset="0"/>
                <a:cs typeface="Courier New" panose="02070309020205020404" pitchFamily="49" charset="0"/>
              </a:rPr>
            </a:br>
            <a:endParaRPr lang="en-US" sz="2000" b="1" dirty="0">
              <a:latin typeface="Courier New" panose="02070309020205020404" pitchFamily="49" charset="0"/>
              <a:ea typeface="Calibri"/>
              <a:cs typeface="Courier New" panose="02070309020205020404" pitchFamily="49" charset="0"/>
            </a:endParaRPr>
          </a:p>
          <a:p>
            <a:pPr marL="456954" indent="-457200"/>
            <a:r>
              <a:rPr lang="en-US" b="1" dirty="0">
                <a:latin typeface="Calibri"/>
                <a:ea typeface="Calibri"/>
                <a:cs typeface="Calibri"/>
              </a:rPr>
              <a:t>RTOS Aware Delays/Yields</a:t>
            </a:r>
          </a:p>
          <a:p>
            <a:pPr marL="758825" lvl="1" indent="-457200"/>
            <a:r>
              <a:rPr lang="en-US" dirty="0" err="1">
                <a:latin typeface="Courier New" panose="02070309020205020404" pitchFamily="49" charset="0"/>
                <a:ea typeface="Calibri"/>
                <a:cs typeface="Courier New" panose="02070309020205020404" pitchFamily="49" charset="0"/>
              </a:rPr>
              <a:t>k_msleep</a:t>
            </a:r>
            <a:r>
              <a:rPr lang="en-US" dirty="0">
                <a:latin typeface="Courier New" panose="02070309020205020404" pitchFamily="49" charset="0"/>
                <a:ea typeface="Calibri"/>
                <a:cs typeface="Courier New" panose="02070309020205020404" pitchFamily="49" charset="0"/>
              </a:rPr>
              <a:t>();   </a:t>
            </a:r>
            <a:r>
              <a:rPr lang="en-US" dirty="0" err="1">
                <a:latin typeface="Courier New" panose="02070309020205020404" pitchFamily="49" charset="0"/>
                <a:ea typeface="Calibri"/>
                <a:cs typeface="Courier New" panose="02070309020205020404" pitchFamily="49" charset="0"/>
              </a:rPr>
              <a:t>k_usleep</a:t>
            </a:r>
            <a:r>
              <a:rPr lang="en-US" dirty="0">
                <a:latin typeface="Courier New" panose="02070309020205020404" pitchFamily="49" charset="0"/>
                <a:ea typeface="Calibri"/>
                <a:cs typeface="Courier New" panose="02070309020205020404" pitchFamily="49" charset="0"/>
              </a:rPr>
              <a:t>();   </a:t>
            </a:r>
            <a:r>
              <a:rPr lang="en-US" dirty="0" err="1">
                <a:latin typeface="Courier New" panose="02070309020205020404" pitchFamily="49" charset="0"/>
                <a:ea typeface="Calibri"/>
                <a:cs typeface="Courier New" panose="02070309020205020404" pitchFamily="49" charset="0"/>
              </a:rPr>
              <a:t>k_yield</a:t>
            </a:r>
            <a:r>
              <a:rPr lang="en-US" dirty="0">
                <a:latin typeface="Courier New" panose="02070309020205020404" pitchFamily="49" charset="0"/>
                <a:ea typeface="Calibri"/>
                <a:cs typeface="Courier New" panose="02070309020205020404" pitchFamily="49" charset="0"/>
              </a:rPr>
              <a:t>();</a:t>
            </a:r>
            <a:br>
              <a:rPr lang="en-US" dirty="0">
                <a:latin typeface="Courier New" panose="02070309020205020404" pitchFamily="49" charset="0"/>
                <a:ea typeface="Calibri"/>
                <a:cs typeface="Courier New" panose="02070309020205020404" pitchFamily="49" charset="0"/>
              </a:rPr>
            </a:br>
            <a:endParaRPr lang="en-US" dirty="0">
              <a:latin typeface="Courier New" panose="02070309020205020404" pitchFamily="49" charset="0"/>
              <a:ea typeface="Calibri"/>
              <a:cs typeface="Courier New" panose="02070309020205020404" pitchFamily="49" charset="0"/>
            </a:endParaRPr>
          </a:p>
          <a:p>
            <a:pPr marL="456954" indent="-457200"/>
            <a:r>
              <a:rPr lang="en-US" b="1" dirty="0">
                <a:latin typeface="Calibri"/>
                <a:ea typeface="Calibri"/>
                <a:cs typeface="Calibri"/>
              </a:rPr>
              <a:t>Gracefully Ending a Task</a:t>
            </a:r>
          </a:p>
          <a:p>
            <a:pPr marL="758825" lvl="1" indent="-457200"/>
            <a:r>
              <a:rPr lang="en-US" dirty="0">
                <a:latin typeface="Calibri"/>
                <a:ea typeface="Calibri"/>
                <a:cs typeface="Calibri"/>
              </a:rPr>
              <a:t>Release any shared resources (the scheduler won’t do it for you)</a:t>
            </a:r>
          </a:p>
          <a:p>
            <a:pPr marL="758825" lvl="1" indent="-457200"/>
            <a:r>
              <a:rPr lang="en-US" sz="2000" dirty="0" err="1">
                <a:latin typeface="Courier New" panose="02070309020205020404" pitchFamily="49" charset="0"/>
                <a:ea typeface="Calibri"/>
                <a:cs typeface="Courier New" panose="02070309020205020404" pitchFamily="49" charset="0"/>
              </a:rPr>
              <a:t>k_thread_abort</a:t>
            </a:r>
            <a:r>
              <a:rPr lang="en-US" sz="2000" dirty="0">
                <a:latin typeface="Courier New" panose="02070309020205020404" pitchFamily="49" charset="0"/>
                <a:ea typeface="Calibri"/>
                <a:cs typeface="Courier New" panose="02070309020205020404" pitchFamily="49" charset="0"/>
              </a:rPr>
              <a:t>();</a:t>
            </a:r>
          </a:p>
        </p:txBody>
      </p:sp>
      <p:grpSp>
        <p:nvGrpSpPr>
          <p:cNvPr id="18" name="Group 17">
            <a:extLst>
              <a:ext uri="{FF2B5EF4-FFF2-40B4-BE49-F238E27FC236}">
                <a16:creationId xmlns:a16="http://schemas.microsoft.com/office/drawing/2014/main" id="{3F5C1B8C-415A-0128-B49D-E37A8905950E}"/>
              </a:ext>
            </a:extLst>
          </p:cNvPr>
          <p:cNvGrpSpPr/>
          <p:nvPr/>
        </p:nvGrpSpPr>
        <p:grpSpPr>
          <a:xfrm>
            <a:off x="5671457" y="1221898"/>
            <a:ext cx="5932714" cy="1090339"/>
            <a:chOff x="5410200" y="1080384"/>
            <a:chExt cx="5932714" cy="1090339"/>
          </a:xfrm>
        </p:grpSpPr>
        <p:sp>
          <p:nvSpPr>
            <p:cNvPr id="4" name="Left-Right Arrow 3">
              <a:extLst>
                <a:ext uri="{FF2B5EF4-FFF2-40B4-BE49-F238E27FC236}">
                  <a16:creationId xmlns:a16="http://schemas.microsoft.com/office/drawing/2014/main" id="{3527EF2B-2D30-CEE0-A6DD-528B627BC821}"/>
                </a:ext>
              </a:extLst>
            </p:cNvPr>
            <p:cNvSpPr/>
            <p:nvPr/>
          </p:nvSpPr>
          <p:spPr>
            <a:xfrm>
              <a:off x="5410200" y="1404257"/>
              <a:ext cx="5932714" cy="315686"/>
            </a:xfrm>
            <a:prstGeom prst="leftRightArrow">
              <a:avLst/>
            </a:prstGeom>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7" name="Group 16">
              <a:extLst>
                <a:ext uri="{FF2B5EF4-FFF2-40B4-BE49-F238E27FC236}">
                  <a16:creationId xmlns:a16="http://schemas.microsoft.com/office/drawing/2014/main" id="{20C68ACF-5EF4-1AFC-CC52-0A6DEB1B7CAB}"/>
                </a:ext>
              </a:extLst>
            </p:cNvPr>
            <p:cNvGrpSpPr/>
            <p:nvPr/>
          </p:nvGrpSpPr>
          <p:grpSpPr>
            <a:xfrm>
              <a:off x="5520191" y="1080384"/>
              <a:ext cx="5745389" cy="1090339"/>
              <a:chOff x="5520191" y="1080384"/>
              <a:chExt cx="5745389" cy="1090339"/>
            </a:xfrm>
          </p:grpSpPr>
          <p:sp>
            <p:nvSpPr>
              <p:cNvPr id="6" name="TextBox 5">
                <a:extLst>
                  <a:ext uri="{FF2B5EF4-FFF2-40B4-BE49-F238E27FC236}">
                    <a16:creationId xmlns:a16="http://schemas.microsoft.com/office/drawing/2014/main" id="{046AFA77-BB5F-AB03-CE2D-327EC39352E8}"/>
                  </a:ext>
                </a:extLst>
              </p:cNvPr>
              <p:cNvSpPr txBox="1"/>
              <p:nvPr/>
            </p:nvSpPr>
            <p:spPr>
              <a:xfrm>
                <a:off x="5520191" y="1104368"/>
                <a:ext cx="2034495" cy="548640"/>
              </a:xfrm>
              <a:prstGeom prst="rect">
                <a:avLst/>
              </a:prstGeom>
              <a:noFill/>
            </p:spPr>
            <p:txBody>
              <a:bodyPr wrap="square" rtlCol="0">
                <a:spAutoFit/>
              </a:bodyPr>
              <a:lstStyle/>
              <a:p>
                <a:r>
                  <a:rPr lang="en-US" i="1" dirty="0"/>
                  <a:t>Higher Priority</a:t>
                </a:r>
              </a:p>
            </p:txBody>
          </p:sp>
          <p:sp>
            <p:nvSpPr>
              <p:cNvPr id="7" name="TextBox 6">
                <a:extLst>
                  <a:ext uri="{FF2B5EF4-FFF2-40B4-BE49-F238E27FC236}">
                    <a16:creationId xmlns:a16="http://schemas.microsoft.com/office/drawing/2014/main" id="{D9773252-127A-F23E-201E-114F7550E566}"/>
                  </a:ext>
                </a:extLst>
              </p:cNvPr>
              <p:cNvSpPr txBox="1"/>
              <p:nvPr/>
            </p:nvSpPr>
            <p:spPr>
              <a:xfrm>
                <a:off x="9231085" y="1080384"/>
                <a:ext cx="2034495" cy="461665"/>
              </a:xfrm>
              <a:prstGeom prst="rect">
                <a:avLst/>
              </a:prstGeom>
              <a:noFill/>
            </p:spPr>
            <p:txBody>
              <a:bodyPr wrap="square" rtlCol="0">
                <a:spAutoFit/>
              </a:bodyPr>
              <a:lstStyle/>
              <a:p>
                <a:r>
                  <a:rPr lang="en-US" i="1" dirty="0"/>
                  <a:t>Lower Priority</a:t>
                </a:r>
              </a:p>
            </p:txBody>
          </p:sp>
          <p:sp>
            <p:nvSpPr>
              <p:cNvPr id="8" name="TextBox 7">
                <a:extLst>
                  <a:ext uri="{FF2B5EF4-FFF2-40B4-BE49-F238E27FC236}">
                    <a16:creationId xmlns:a16="http://schemas.microsoft.com/office/drawing/2014/main" id="{661D54AD-6F99-0D3A-69AF-50A9569D1C5A}"/>
                  </a:ext>
                </a:extLst>
              </p:cNvPr>
              <p:cNvSpPr txBox="1"/>
              <p:nvPr/>
            </p:nvSpPr>
            <p:spPr>
              <a:xfrm>
                <a:off x="5834743" y="1709058"/>
                <a:ext cx="5236028" cy="461665"/>
              </a:xfrm>
              <a:prstGeom prst="rect">
                <a:avLst/>
              </a:prstGeom>
              <a:noFill/>
            </p:spPr>
            <p:txBody>
              <a:bodyPr wrap="square" rtlCol="0">
                <a:spAutoFit/>
              </a:bodyPr>
              <a:lstStyle/>
              <a:p>
                <a:r>
                  <a:rPr lang="en-US" dirty="0"/>
                  <a:t>-7         -5         -3       0       3         5          7</a:t>
                </a:r>
              </a:p>
            </p:txBody>
          </p:sp>
          <p:cxnSp>
            <p:nvCxnSpPr>
              <p:cNvPr id="10" name="Straight Connector 9">
                <a:extLst>
                  <a:ext uri="{FF2B5EF4-FFF2-40B4-BE49-F238E27FC236}">
                    <a16:creationId xmlns:a16="http://schemas.microsoft.com/office/drawing/2014/main" id="{7766944C-B263-F23A-2C9E-A93819F713A6}"/>
                  </a:ext>
                </a:extLst>
              </p:cNvPr>
              <p:cNvCxnSpPr/>
              <p:nvPr/>
            </p:nvCxnSpPr>
            <p:spPr>
              <a:xfrm>
                <a:off x="8447315" y="1354740"/>
                <a:ext cx="0" cy="299889"/>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2B49217E-C139-E758-EE0E-852B29E0B693}"/>
                  </a:ext>
                </a:extLst>
              </p:cNvPr>
              <p:cNvCxnSpPr/>
              <p:nvPr/>
            </p:nvCxnSpPr>
            <p:spPr>
              <a:xfrm>
                <a:off x="9840687" y="1474481"/>
                <a:ext cx="0" cy="299889"/>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62DA2CAB-676D-49DC-8932-CDC88B41988E}"/>
                  </a:ext>
                </a:extLst>
              </p:cNvPr>
              <p:cNvCxnSpPr/>
              <p:nvPr/>
            </p:nvCxnSpPr>
            <p:spPr>
              <a:xfrm>
                <a:off x="10689773" y="1474481"/>
                <a:ext cx="0" cy="299889"/>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CF37407-700D-DA5B-9A84-162A88BBD4D8}"/>
                  </a:ext>
                </a:extLst>
              </p:cNvPr>
              <p:cNvCxnSpPr/>
              <p:nvPr/>
            </p:nvCxnSpPr>
            <p:spPr>
              <a:xfrm>
                <a:off x="9067801" y="1474483"/>
                <a:ext cx="0" cy="299889"/>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250CA6F0-DBF0-22CC-5C1A-A3DAEB8AF31C}"/>
                  </a:ext>
                </a:extLst>
              </p:cNvPr>
              <p:cNvCxnSpPr/>
              <p:nvPr/>
            </p:nvCxnSpPr>
            <p:spPr>
              <a:xfrm>
                <a:off x="7805058" y="1474482"/>
                <a:ext cx="0" cy="299889"/>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3139E8EB-9115-BA51-ADDF-FE30DD248ED5}"/>
                  </a:ext>
                </a:extLst>
              </p:cNvPr>
              <p:cNvCxnSpPr/>
              <p:nvPr/>
            </p:nvCxnSpPr>
            <p:spPr>
              <a:xfrm>
                <a:off x="6945087" y="1474482"/>
                <a:ext cx="0" cy="299889"/>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49EC7922-EC77-8068-E2DE-864B4599F411}"/>
                  </a:ext>
                </a:extLst>
              </p:cNvPr>
              <p:cNvCxnSpPr/>
              <p:nvPr/>
            </p:nvCxnSpPr>
            <p:spPr>
              <a:xfrm>
                <a:off x="6076880" y="1474481"/>
                <a:ext cx="0" cy="299889"/>
              </a:xfrm>
              <a:prstGeom prst="line">
                <a:avLst/>
              </a:prstGeom>
            </p:spPr>
            <p:style>
              <a:lnRef idx="1">
                <a:schemeClr val="dk1"/>
              </a:lnRef>
              <a:fillRef idx="0">
                <a:schemeClr val="dk1"/>
              </a:fillRef>
              <a:effectRef idx="0">
                <a:schemeClr val="dk1"/>
              </a:effectRef>
              <a:fontRef idx="minor">
                <a:schemeClr val="tx1"/>
              </a:fontRef>
            </p:style>
          </p:cxnSp>
        </p:grpSp>
      </p:grpSp>
      <p:sp>
        <p:nvSpPr>
          <p:cNvPr id="5" name="Footer Placeholder 4">
            <a:extLst>
              <a:ext uri="{FF2B5EF4-FFF2-40B4-BE49-F238E27FC236}">
                <a16:creationId xmlns:a16="http://schemas.microsoft.com/office/drawing/2014/main" id="{2575557F-F480-8BCE-B0A6-E988843104B6}"/>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9" name="Slide Number Placeholder 8">
            <a:extLst>
              <a:ext uri="{FF2B5EF4-FFF2-40B4-BE49-F238E27FC236}">
                <a16:creationId xmlns:a16="http://schemas.microsoft.com/office/drawing/2014/main" id="{93B06AE8-7F9B-E644-34C6-E4E30C25EAC4}"/>
              </a:ext>
            </a:extLst>
          </p:cNvPr>
          <p:cNvSpPr>
            <a:spLocks noGrp="1"/>
          </p:cNvSpPr>
          <p:nvPr>
            <p:ph type="sldNum" sz="quarter" idx="4"/>
          </p:nvPr>
        </p:nvSpPr>
        <p:spPr/>
        <p:txBody>
          <a:bodyPr/>
          <a:lstStyle/>
          <a:p>
            <a:fld id="{4081AA82-C1C2-924B-B843-6C0FB13ED72E}" type="slidenum">
              <a:rPr lang="en-US" smtClean="0"/>
              <a:t>21</a:t>
            </a:fld>
            <a:endParaRPr lang="en-US"/>
          </a:p>
        </p:txBody>
      </p:sp>
    </p:spTree>
    <p:extLst>
      <p:ext uri="{BB962C8B-B14F-4D97-AF65-F5344CB8AC3E}">
        <p14:creationId xmlns:p14="http://schemas.microsoft.com/office/powerpoint/2010/main" val="4081666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C07ED-0E8F-3341-BD66-CC6F287C0B94}"/>
              </a:ext>
            </a:extLst>
          </p:cNvPr>
          <p:cNvSpPr>
            <a:spLocks noGrp="1"/>
          </p:cNvSpPr>
          <p:nvPr>
            <p:ph type="title"/>
          </p:nvPr>
        </p:nvSpPr>
        <p:spPr/>
        <p:txBody>
          <a:bodyPr/>
          <a:lstStyle/>
          <a:p>
            <a:pPr marL="273685" indent="-273685"/>
            <a:r>
              <a:rPr lang="en-US" dirty="0">
                <a:latin typeface="Calibri"/>
                <a:ea typeface="Calibri"/>
                <a:cs typeface="Calibri"/>
              </a:rPr>
              <a:t>Communicating Between Tasks</a:t>
            </a:r>
            <a:endParaRPr lang="en-US" sz="900" b="0" dirty="0">
              <a:solidFill>
                <a:srgbClr val="333333"/>
              </a:solidFill>
              <a:latin typeface="Segoe UI"/>
              <a:ea typeface="Calibri"/>
              <a:cs typeface="Segoe UI"/>
            </a:endParaRPr>
          </a:p>
        </p:txBody>
      </p:sp>
      <p:sp>
        <p:nvSpPr>
          <p:cNvPr id="3" name="Content Placeholder 2">
            <a:extLst>
              <a:ext uri="{FF2B5EF4-FFF2-40B4-BE49-F238E27FC236}">
                <a16:creationId xmlns:a16="http://schemas.microsoft.com/office/drawing/2014/main" id="{BE6B6E4B-58BC-984B-B688-8AAF041C561C}"/>
              </a:ext>
            </a:extLst>
          </p:cNvPr>
          <p:cNvSpPr>
            <a:spLocks noGrp="1"/>
          </p:cNvSpPr>
          <p:nvPr>
            <p:ph sz="quarter" idx="13"/>
          </p:nvPr>
        </p:nvSpPr>
        <p:spPr>
          <a:xfrm>
            <a:off x="394082" y="1007164"/>
            <a:ext cx="11400660" cy="5754539"/>
          </a:xfrm>
        </p:spPr>
        <p:txBody>
          <a:bodyPr vert="horz" lIns="121888" tIns="60944" rIns="121888" bIns="60944" rtlCol="0" anchor="t">
            <a:normAutofit fontScale="85000" lnSpcReduction="20000"/>
          </a:bodyPr>
          <a:lstStyle/>
          <a:p>
            <a:pPr>
              <a:buFont typeface="Arial" panose="020B0604020202020204" pitchFamily="34" charset="0"/>
              <a:buChar char="•"/>
            </a:pPr>
            <a:r>
              <a:rPr lang="en-US" b="1" dirty="0">
                <a:latin typeface="Calibri"/>
                <a:ea typeface="Calibri"/>
                <a:cs typeface="Calibri"/>
              </a:rPr>
              <a:t>Counting Semaphore</a:t>
            </a:r>
          </a:p>
          <a:p>
            <a:pPr lvl="1"/>
            <a:r>
              <a:rPr lang="en-US" dirty="0">
                <a:latin typeface="Calibri"/>
                <a:ea typeface="Calibri"/>
                <a:cs typeface="Calibri"/>
              </a:rPr>
              <a:t>Allows threads to “borrow” and “return” (take/give) a certain number of a specified resource </a:t>
            </a:r>
          </a:p>
          <a:p>
            <a:pPr lvl="1"/>
            <a:r>
              <a:rPr lang="en-US" b="1" dirty="0">
                <a:latin typeface="Calibri"/>
                <a:ea typeface="Calibri"/>
                <a:cs typeface="Calibri"/>
              </a:rPr>
              <a:t>count </a:t>
            </a:r>
            <a:r>
              <a:rPr lang="en-US" dirty="0">
                <a:latin typeface="Calibri"/>
                <a:ea typeface="Calibri"/>
                <a:cs typeface="Calibri"/>
              </a:rPr>
              <a:t>indicates the number of times a semaphore is available to be taken</a:t>
            </a:r>
          </a:p>
          <a:p>
            <a:pPr lvl="1"/>
            <a:r>
              <a:rPr lang="en-US" dirty="0">
                <a:latin typeface="Calibri"/>
                <a:ea typeface="Calibri"/>
                <a:cs typeface="Calibri"/>
              </a:rPr>
              <a:t>A</a:t>
            </a:r>
            <a:r>
              <a:rPr lang="en-US" b="1" dirty="0">
                <a:latin typeface="Calibri"/>
                <a:ea typeface="Calibri"/>
                <a:cs typeface="Calibri"/>
              </a:rPr>
              <a:t> limit </a:t>
            </a:r>
            <a:r>
              <a:rPr lang="en-US" dirty="0">
                <a:latin typeface="Calibri"/>
                <a:ea typeface="Calibri"/>
                <a:cs typeface="Calibri"/>
              </a:rPr>
              <a:t>indicates the maximum value of semaphore’s</a:t>
            </a:r>
            <a:r>
              <a:rPr lang="en-US" b="1" dirty="0">
                <a:latin typeface="Calibri"/>
                <a:ea typeface="Calibri"/>
                <a:cs typeface="Calibri"/>
              </a:rPr>
              <a:t> count</a:t>
            </a:r>
            <a:br>
              <a:rPr lang="en-US" b="1" dirty="0">
                <a:latin typeface="Calibri"/>
                <a:ea typeface="Calibri"/>
                <a:cs typeface="Calibri"/>
              </a:rPr>
            </a:br>
            <a:endParaRPr lang="en-US" b="1" dirty="0">
              <a:latin typeface="Calibri"/>
              <a:ea typeface="Calibri"/>
              <a:cs typeface="Calibri"/>
            </a:endParaRPr>
          </a:p>
          <a:p>
            <a:pPr>
              <a:buFont typeface="Arial" panose="020B0604020202020204" pitchFamily="34" charset="0"/>
              <a:buChar char="•"/>
            </a:pPr>
            <a:r>
              <a:rPr lang="en-US" b="1" dirty="0">
                <a:latin typeface="Calibri"/>
                <a:ea typeface="Calibri"/>
                <a:cs typeface="Calibri"/>
              </a:rPr>
              <a:t>Message Queue</a:t>
            </a:r>
          </a:p>
          <a:p>
            <a:pPr lvl="1"/>
            <a:r>
              <a:rPr lang="en-US" dirty="0">
                <a:latin typeface="Calibri"/>
                <a:ea typeface="Calibri"/>
                <a:cs typeface="Calibri"/>
              </a:rPr>
              <a:t>Allows threads and ISR’s to send/receive fixed length items asynchronously</a:t>
            </a:r>
            <a:br>
              <a:rPr lang="en-US" dirty="0">
                <a:latin typeface="Calibri"/>
                <a:ea typeface="Calibri"/>
                <a:cs typeface="Calibri"/>
              </a:rPr>
            </a:br>
            <a:endParaRPr lang="en-US" dirty="0">
              <a:latin typeface="Calibri"/>
              <a:ea typeface="Calibri"/>
              <a:cs typeface="Calibri"/>
            </a:endParaRPr>
          </a:p>
          <a:p>
            <a:pPr>
              <a:buFont typeface="Arial" panose="020B0604020202020204" pitchFamily="34" charset="0"/>
              <a:buChar char="•"/>
            </a:pPr>
            <a:r>
              <a:rPr lang="en-US" dirty="0">
                <a:latin typeface="Calibri"/>
                <a:ea typeface="Calibri"/>
                <a:cs typeface="Calibri"/>
              </a:rPr>
              <a:t>Mutex</a:t>
            </a:r>
          </a:p>
          <a:p>
            <a:pPr lvl="1"/>
            <a:r>
              <a:rPr lang="en-US" dirty="0">
                <a:latin typeface="Calibri"/>
                <a:ea typeface="Calibri"/>
                <a:cs typeface="Calibri"/>
              </a:rPr>
              <a:t>Allow threads to safely share access to a resource, restricting usage to one at a time</a:t>
            </a:r>
            <a:br>
              <a:rPr lang="en-US" dirty="0">
                <a:latin typeface="Calibri"/>
                <a:ea typeface="Calibri"/>
                <a:cs typeface="Calibri"/>
              </a:rPr>
            </a:br>
            <a:endParaRPr lang="en-US" dirty="0">
              <a:latin typeface="Calibri"/>
              <a:ea typeface="Calibri"/>
              <a:cs typeface="Calibri"/>
            </a:endParaRPr>
          </a:p>
          <a:p>
            <a:pPr>
              <a:buFont typeface="Arial" panose="020B0604020202020204" pitchFamily="34" charset="0"/>
              <a:buChar char="•"/>
            </a:pPr>
            <a:r>
              <a:rPr lang="en-US" b="1" dirty="0">
                <a:latin typeface="Calibri"/>
                <a:ea typeface="Calibri"/>
                <a:cs typeface="Calibri"/>
              </a:rPr>
              <a:t>Event</a:t>
            </a:r>
          </a:p>
          <a:p>
            <a:pPr lvl="1"/>
            <a:r>
              <a:rPr lang="en-US" b="0" dirty="0">
                <a:solidFill>
                  <a:srgbClr val="333333"/>
                </a:solidFill>
                <a:ea typeface="Calibri"/>
                <a:cs typeface="Segoe UI"/>
              </a:rPr>
              <a:t>Inter-thread communication indicating something has occurred (timer, button press, analysis complete, shutdown, FAULT)</a:t>
            </a:r>
          </a:p>
          <a:p>
            <a:pPr lvl="1"/>
            <a:r>
              <a:rPr lang="en-US" b="0" dirty="0">
                <a:solidFill>
                  <a:srgbClr val="333333"/>
                </a:solidFill>
                <a:ea typeface="Calibri"/>
                <a:cs typeface="Segoe UI"/>
              </a:rPr>
              <a:t>Many threads can listen for a given event</a:t>
            </a:r>
          </a:p>
        </p:txBody>
      </p:sp>
      <p:sp>
        <p:nvSpPr>
          <p:cNvPr id="4" name="Footer Placeholder 3">
            <a:extLst>
              <a:ext uri="{FF2B5EF4-FFF2-40B4-BE49-F238E27FC236}">
                <a16:creationId xmlns:a16="http://schemas.microsoft.com/office/drawing/2014/main" id="{52FE88C8-9F7B-EA89-178F-2669B8A9983A}"/>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5" name="Slide Number Placeholder 4">
            <a:extLst>
              <a:ext uri="{FF2B5EF4-FFF2-40B4-BE49-F238E27FC236}">
                <a16:creationId xmlns:a16="http://schemas.microsoft.com/office/drawing/2014/main" id="{2622FC07-990A-1D4F-E802-5A1A5AAF243C}"/>
              </a:ext>
            </a:extLst>
          </p:cNvPr>
          <p:cNvSpPr>
            <a:spLocks noGrp="1"/>
          </p:cNvSpPr>
          <p:nvPr>
            <p:ph type="sldNum" sz="quarter" idx="4"/>
          </p:nvPr>
        </p:nvSpPr>
        <p:spPr/>
        <p:txBody>
          <a:bodyPr/>
          <a:lstStyle/>
          <a:p>
            <a:fld id="{4081AA82-C1C2-924B-B843-6C0FB13ED72E}" type="slidenum">
              <a:rPr lang="en-US" smtClean="0"/>
              <a:t>22</a:t>
            </a:fld>
            <a:endParaRPr lang="en-US"/>
          </a:p>
        </p:txBody>
      </p:sp>
    </p:spTree>
    <p:extLst>
      <p:ext uri="{BB962C8B-B14F-4D97-AF65-F5344CB8AC3E}">
        <p14:creationId xmlns:p14="http://schemas.microsoft.com/office/powerpoint/2010/main" val="2967542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C07ED-0E8F-3341-BD66-CC6F287C0B94}"/>
              </a:ext>
            </a:extLst>
          </p:cNvPr>
          <p:cNvSpPr>
            <a:spLocks noGrp="1"/>
          </p:cNvSpPr>
          <p:nvPr>
            <p:ph type="title"/>
          </p:nvPr>
        </p:nvSpPr>
        <p:spPr/>
        <p:txBody>
          <a:bodyPr/>
          <a:lstStyle/>
          <a:p>
            <a:r>
              <a:rPr lang="en-US" dirty="0">
                <a:ea typeface="Calibri"/>
                <a:cs typeface="Calibri"/>
              </a:rPr>
              <a:t>Lab 2: Creating Zephyr® OS Tasks and Queues</a:t>
            </a:r>
          </a:p>
        </p:txBody>
      </p:sp>
      <p:sp>
        <p:nvSpPr>
          <p:cNvPr id="3" name="Content Placeholder 2">
            <a:extLst>
              <a:ext uri="{FF2B5EF4-FFF2-40B4-BE49-F238E27FC236}">
                <a16:creationId xmlns:a16="http://schemas.microsoft.com/office/drawing/2014/main" id="{BE6B6E4B-58BC-984B-B688-8AAF041C561C}"/>
              </a:ext>
            </a:extLst>
          </p:cNvPr>
          <p:cNvSpPr>
            <a:spLocks noGrp="1"/>
          </p:cNvSpPr>
          <p:nvPr>
            <p:ph sz="quarter" idx="13"/>
          </p:nvPr>
        </p:nvSpPr>
        <p:spPr/>
        <p:txBody>
          <a:bodyPr vert="horz" lIns="121888" tIns="60944" rIns="121888" bIns="60944" rtlCol="0" anchor="t">
            <a:normAutofit/>
          </a:bodyPr>
          <a:lstStyle/>
          <a:p>
            <a:pPr marL="273685" indent="-273685"/>
            <a:endParaRPr lang="en-US">
              <a:ea typeface="Calibri"/>
              <a:cs typeface="Calibri"/>
            </a:endParaRPr>
          </a:p>
          <a:p>
            <a:pPr marL="273685" indent="-273685"/>
            <a:endParaRPr lang="en-US" sz="900" b="0">
              <a:solidFill>
                <a:srgbClr val="333333"/>
              </a:solidFill>
              <a:latin typeface="Segoe UI"/>
              <a:cs typeface="Segoe UI"/>
            </a:endParaRPr>
          </a:p>
          <a:p>
            <a:pPr marL="273685" indent="-273685"/>
            <a:endParaRPr lang="en-US">
              <a:cs typeface="Calibri"/>
            </a:endParaRPr>
          </a:p>
        </p:txBody>
      </p:sp>
      <p:sp>
        <p:nvSpPr>
          <p:cNvPr id="4" name="Content Placeholder 2">
            <a:extLst>
              <a:ext uri="{FF2B5EF4-FFF2-40B4-BE49-F238E27FC236}">
                <a16:creationId xmlns:a16="http://schemas.microsoft.com/office/drawing/2014/main" id="{03BDC016-2B3B-26D8-6287-E53E1FE4E61B}"/>
              </a:ext>
            </a:extLst>
          </p:cNvPr>
          <p:cNvSpPr txBox="1">
            <a:spLocks/>
          </p:cNvSpPr>
          <p:nvPr/>
        </p:nvSpPr>
        <p:spPr>
          <a:xfrm>
            <a:off x="507178" y="1075473"/>
            <a:ext cx="11400660" cy="5385963"/>
          </a:xfrm>
          <a:prstGeom prst="rect">
            <a:avLst/>
          </a:prstGeom>
        </p:spPr>
        <p:txBody>
          <a:bodyPr vert="horz" lIns="121888" tIns="60944" rIns="121888" bIns="60944" rtlCol="0" anchor="t">
            <a:normAutofit/>
          </a:bodyPr>
          <a:lstStyle>
            <a:lvl1pPr marL="274201" indent="-274201" algn="l" defTabSz="609443" rtl="0" eaLnBrk="1" latinLnBrk="0" hangingPunct="1">
              <a:spcBef>
                <a:spcPts val="300"/>
              </a:spcBef>
              <a:buClr>
                <a:srgbClr val="0E3689"/>
              </a:buClr>
              <a:buFont typeface="Arial"/>
              <a:buChar char="•"/>
              <a:defRPr sz="3200" b="1" kern="1200">
                <a:solidFill>
                  <a:srgbClr val="070707"/>
                </a:solidFill>
                <a:latin typeface="+mn-lt"/>
                <a:ea typeface="+mn-ea"/>
                <a:cs typeface="+mn-cs"/>
              </a:defRPr>
            </a:lvl1pPr>
            <a:lvl2pPr marL="576072" indent="-274320" algn="l" defTabSz="609443" rtl="0" eaLnBrk="1" latinLnBrk="0" hangingPunct="1">
              <a:spcBef>
                <a:spcPts val="300"/>
              </a:spcBef>
              <a:buClr>
                <a:srgbClr val="1D9CE4"/>
              </a:buClr>
              <a:buFont typeface="Arial" panose="020B0604020202020204" pitchFamily="34" charset="0"/>
              <a:buChar char="•"/>
              <a:defRPr sz="2800" kern="1200">
                <a:solidFill>
                  <a:srgbClr val="070707"/>
                </a:solidFill>
                <a:latin typeface="+mn-lt"/>
                <a:ea typeface="+mn-ea"/>
                <a:cs typeface="+mn-cs"/>
              </a:defRPr>
            </a:lvl2pPr>
            <a:lvl3pPr marL="868680" indent="-274320" algn="l" defTabSz="609443" rtl="0" eaLnBrk="1" latinLnBrk="0" hangingPunct="1">
              <a:spcBef>
                <a:spcPts val="300"/>
              </a:spcBef>
              <a:buClr>
                <a:srgbClr val="1D9CE4"/>
              </a:buClr>
              <a:buFont typeface="Arial"/>
              <a:buChar char="•"/>
              <a:defRPr sz="2400" kern="1200">
                <a:solidFill>
                  <a:srgbClr val="070707"/>
                </a:solidFill>
                <a:latin typeface="+mn-lt"/>
                <a:ea typeface="+mn-ea"/>
                <a:cs typeface="+mn-cs"/>
              </a:defRPr>
            </a:lvl3pPr>
            <a:lvl4pPr marL="1143000" indent="-274320" algn="l" defTabSz="609443" rtl="0" eaLnBrk="1" latinLnBrk="0" hangingPunct="1">
              <a:spcBef>
                <a:spcPts val="300"/>
              </a:spcBef>
              <a:buClr>
                <a:srgbClr val="1D9CE4"/>
              </a:buClr>
              <a:buFont typeface="Arial" panose="020B0604020202020204" pitchFamily="34" charset="0"/>
              <a:buChar char="•"/>
              <a:defRPr sz="2000" kern="1200">
                <a:solidFill>
                  <a:srgbClr val="070707"/>
                </a:solidFill>
                <a:latin typeface="+mn-lt"/>
                <a:ea typeface="+mn-ea"/>
                <a:cs typeface="+mn-cs"/>
              </a:defRPr>
            </a:lvl4pPr>
            <a:lvl5pPr marL="1435608" indent="-274320" algn="l" defTabSz="609443" rtl="0" eaLnBrk="1" latinLnBrk="0" hangingPunct="1">
              <a:spcBef>
                <a:spcPts val="300"/>
              </a:spcBef>
              <a:buClr>
                <a:srgbClr val="1D9CE4"/>
              </a:buClr>
              <a:buFont typeface="Arial" panose="020B0604020202020204" pitchFamily="34" charset="0"/>
              <a:buChar char="•"/>
              <a:defRPr sz="2000" kern="1200">
                <a:solidFill>
                  <a:srgbClr val="070707"/>
                </a:solidFill>
                <a:latin typeface="+mn-lt"/>
                <a:ea typeface="+mn-ea"/>
                <a:cs typeface="+mn-cs"/>
              </a:defRPr>
            </a:lvl5pPr>
            <a:lvl6pPr marL="3351933" indent="-304723" algn="l" defTabSz="609443" rtl="0" eaLnBrk="1" latinLnBrk="0" hangingPunct="1">
              <a:spcBef>
                <a:spcPct val="20000"/>
              </a:spcBef>
              <a:buFont typeface="Arial"/>
              <a:buChar char="•"/>
              <a:defRPr sz="2700" kern="1200">
                <a:solidFill>
                  <a:schemeClr val="tx1"/>
                </a:solidFill>
                <a:latin typeface="+mn-lt"/>
                <a:ea typeface="+mn-ea"/>
                <a:cs typeface="+mn-cs"/>
              </a:defRPr>
            </a:lvl6pPr>
            <a:lvl7pPr marL="3961376" indent="-304723" algn="l" defTabSz="609443" rtl="0" eaLnBrk="1" latinLnBrk="0" hangingPunct="1">
              <a:spcBef>
                <a:spcPct val="20000"/>
              </a:spcBef>
              <a:buFont typeface="Arial"/>
              <a:buChar char="•"/>
              <a:defRPr sz="2700" kern="1200">
                <a:solidFill>
                  <a:schemeClr val="tx1"/>
                </a:solidFill>
                <a:latin typeface="+mn-lt"/>
                <a:ea typeface="+mn-ea"/>
                <a:cs typeface="+mn-cs"/>
              </a:defRPr>
            </a:lvl7pPr>
            <a:lvl8pPr marL="4570819" indent="-304723" algn="l" defTabSz="609443" rtl="0" eaLnBrk="1" latinLnBrk="0" hangingPunct="1">
              <a:spcBef>
                <a:spcPct val="20000"/>
              </a:spcBef>
              <a:buFont typeface="Arial"/>
              <a:buChar char="•"/>
              <a:defRPr sz="2700" kern="1200">
                <a:solidFill>
                  <a:schemeClr val="tx1"/>
                </a:solidFill>
                <a:latin typeface="+mn-lt"/>
                <a:ea typeface="+mn-ea"/>
                <a:cs typeface="+mn-cs"/>
              </a:defRPr>
            </a:lvl8pPr>
            <a:lvl9pPr marL="5180261" indent="-304723" algn="l" defTabSz="609443" rtl="0" eaLnBrk="1" latinLnBrk="0" hangingPunct="1">
              <a:spcBef>
                <a:spcPct val="20000"/>
              </a:spcBef>
              <a:buFont typeface="Arial"/>
              <a:buChar char="•"/>
              <a:defRPr sz="2700" kern="1200">
                <a:solidFill>
                  <a:schemeClr val="tx1"/>
                </a:solidFill>
                <a:latin typeface="+mn-lt"/>
                <a:ea typeface="+mn-ea"/>
                <a:cs typeface="+mn-cs"/>
              </a:defRPr>
            </a:lvl9pPr>
          </a:lstStyle>
          <a:p>
            <a:pPr marL="273685" indent="-273685"/>
            <a:r>
              <a:rPr lang="en-US">
                <a:ea typeface="Calibri"/>
                <a:cs typeface="Calibri"/>
              </a:rPr>
              <a:t>In this lab, you will create a producer task that delivers a count to a message queue and a consumer task that prints the count when it’s received</a:t>
            </a:r>
          </a:p>
          <a:p>
            <a:pPr marL="273685" indent="-273685"/>
            <a:r>
              <a:rPr lang="en-US">
                <a:ea typeface="Calibri"/>
                <a:cs typeface="Calibri"/>
              </a:rPr>
              <a:t>Communications between tasks done via Message Queue</a:t>
            </a:r>
          </a:p>
          <a:p>
            <a:pPr marL="0" indent="0">
              <a:buNone/>
            </a:pPr>
            <a:endParaRPr lang="en-US">
              <a:ea typeface="Calibri"/>
              <a:cs typeface="Calibri"/>
            </a:endParaRPr>
          </a:p>
          <a:p>
            <a:pPr marL="273685" indent="-273685"/>
            <a:endParaRPr lang="en-US" sz="900" b="0">
              <a:solidFill>
                <a:srgbClr val="333333"/>
              </a:solidFill>
              <a:latin typeface="Segoe UI"/>
              <a:ea typeface="Calibri"/>
              <a:cs typeface="Segoe UI"/>
            </a:endParaRPr>
          </a:p>
          <a:p>
            <a:pPr marL="273685" indent="-273685"/>
            <a:endParaRPr lang="en-US">
              <a:ea typeface="Calibri"/>
              <a:cs typeface="Calibri"/>
            </a:endParaRPr>
          </a:p>
        </p:txBody>
      </p:sp>
      <p:sp>
        <p:nvSpPr>
          <p:cNvPr id="5" name="Footer Placeholder 4">
            <a:extLst>
              <a:ext uri="{FF2B5EF4-FFF2-40B4-BE49-F238E27FC236}">
                <a16:creationId xmlns:a16="http://schemas.microsoft.com/office/drawing/2014/main" id="{756E1A40-1038-6303-5953-2060B148E69E}"/>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6" name="Slide Number Placeholder 5">
            <a:extLst>
              <a:ext uri="{FF2B5EF4-FFF2-40B4-BE49-F238E27FC236}">
                <a16:creationId xmlns:a16="http://schemas.microsoft.com/office/drawing/2014/main" id="{5E88B225-ABE9-E50F-C389-35F9C9A19D72}"/>
              </a:ext>
            </a:extLst>
          </p:cNvPr>
          <p:cNvSpPr>
            <a:spLocks noGrp="1"/>
          </p:cNvSpPr>
          <p:nvPr>
            <p:ph type="sldNum" sz="quarter" idx="4"/>
          </p:nvPr>
        </p:nvSpPr>
        <p:spPr/>
        <p:txBody>
          <a:bodyPr/>
          <a:lstStyle/>
          <a:p>
            <a:fld id="{4081AA82-C1C2-924B-B843-6C0FB13ED72E}" type="slidenum">
              <a:rPr lang="en-US" smtClean="0"/>
              <a:t>23</a:t>
            </a:fld>
            <a:endParaRPr lang="en-US"/>
          </a:p>
        </p:txBody>
      </p:sp>
    </p:spTree>
    <p:extLst>
      <p:ext uri="{BB962C8B-B14F-4D97-AF65-F5344CB8AC3E}">
        <p14:creationId xmlns:p14="http://schemas.microsoft.com/office/powerpoint/2010/main" val="10223366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C07ED-0E8F-3341-BD66-CC6F287C0B94}"/>
              </a:ext>
            </a:extLst>
          </p:cNvPr>
          <p:cNvSpPr>
            <a:spLocks noGrp="1"/>
          </p:cNvSpPr>
          <p:nvPr>
            <p:ph type="title"/>
          </p:nvPr>
        </p:nvSpPr>
        <p:spPr/>
        <p:txBody>
          <a:bodyPr/>
          <a:lstStyle/>
          <a:p>
            <a:r>
              <a:rPr lang="en-US" dirty="0">
                <a:ea typeface="Calibri"/>
                <a:cs typeface="Calibri"/>
              </a:rPr>
              <a:t>Lab 2: Summary</a:t>
            </a:r>
          </a:p>
        </p:txBody>
      </p:sp>
      <p:sp>
        <p:nvSpPr>
          <p:cNvPr id="3" name="Content Placeholder 2">
            <a:extLst>
              <a:ext uri="{FF2B5EF4-FFF2-40B4-BE49-F238E27FC236}">
                <a16:creationId xmlns:a16="http://schemas.microsoft.com/office/drawing/2014/main" id="{BE6B6E4B-58BC-984B-B688-8AAF041C561C}"/>
              </a:ext>
            </a:extLst>
          </p:cNvPr>
          <p:cNvSpPr>
            <a:spLocks noGrp="1"/>
          </p:cNvSpPr>
          <p:nvPr>
            <p:ph sz="quarter" idx="13"/>
          </p:nvPr>
        </p:nvSpPr>
        <p:spPr/>
        <p:txBody>
          <a:bodyPr vert="horz" lIns="121888" tIns="60944" rIns="121888" bIns="60944" rtlCol="0" anchor="t">
            <a:normAutofit/>
          </a:bodyPr>
          <a:lstStyle/>
          <a:p>
            <a:pPr marL="273685" indent="-273685"/>
            <a:endParaRPr lang="en-US">
              <a:ea typeface="Calibri"/>
              <a:cs typeface="Calibri"/>
            </a:endParaRPr>
          </a:p>
          <a:p>
            <a:pPr marL="273685" indent="-273685"/>
            <a:endParaRPr lang="en-US" sz="900" b="0">
              <a:solidFill>
                <a:srgbClr val="333333"/>
              </a:solidFill>
              <a:latin typeface="Segoe UI"/>
              <a:cs typeface="Segoe UI"/>
            </a:endParaRPr>
          </a:p>
          <a:p>
            <a:pPr marL="273685" indent="-273685"/>
            <a:endParaRPr lang="en-US">
              <a:cs typeface="Calibri"/>
            </a:endParaRPr>
          </a:p>
        </p:txBody>
      </p:sp>
      <p:sp>
        <p:nvSpPr>
          <p:cNvPr id="4" name="Content Placeholder 2">
            <a:extLst>
              <a:ext uri="{FF2B5EF4-FFF2-40B4-BE49-F238E27FC236}">
                <a16:creationId xmlns:a16="http://schemas.microsoft.com/office/drawing/2014/main" id="{03BDC016-2B3B-26D8-6287-E53E1FE4E61B}"/>
              </a:ext>
            </a:extLst>
          </p:cNvPr>
          <p:cNvSpPr txBox="1">
            <a:spLocks/>
          </p:cNvSpPr>
          <p:nvPr/>
        </p:nvSpPr>
        <p:spPr>
          <a:xfrm>
            <a:off x="507178" y="1075473"/>
            <a:ext cx="11400660" cy="5385963"/>
          </a:xfrm>
          <a:prstGeom prst="rect">
            <a:avLst/>
          </a:prstGeom>
        </p:spPr>
        <p:txBody>
          <a:bodyPr vert="horz" lIns="121888" tIns="60944" rIns="121888" bIns="60944" rtlCol="0" anchor="t">
            <a:normAutofit/>
          </a:bodyPr>
          <a:lstStyle>
            <a:lvl1pPr marL="274201" indent="-274201" algn="l" defTabSz="609443" rtl="0" eaLnBrk="1" latinLnBrk="0" hangingPunct="1">
              <a:spcBef>
                <a:spcPts val="300"/>
              </a:spcBef>
              <a:buClr>
                <a:srgbClr val="0E3689"/>
              </a:buClr>
              <a:buFont typeface="Arial"/>
              <a:buChar char="•"/>
              <a:defRPr sz="3200" b="1" kern="1200">
                <a:solidFill>
                  <a:srgbClr val="070707"/>
                </a:solidFill>
                <a:latin typeface="+mn-lt"/>
                <a:ea typeface="+mn-ea"/>
                <a:cs typeface="+mn-cs"/>
              </a:defRPr>
            </a:lvl1pPr>
            <a:lvl2pPr marL="576072" indent="-274320" algn="l" defTabSz="609443" rtl="0" eaLnBrk="1" latinLnBrk="0" hangingPunct="1">
              <a:spcBef>
                <a:spcPts val="300"/>
              </a:spcBef>
              <a:buClr>
                <a:srgbClr val="1D9CE4"/>
              </a:buClr>
              <a:buFont typeface="Arial" panose="020B0604020202020204" pitchFamily="34" charset="0"/>
              <a:buChar char="•"/>
              <a:defRPr sz="2800" kern="1200">
                <a:solidFill>
                  <a:srgbClr val="070707"/>
                </a:solidFill>
                <a:latin typeface="+mn-lt"/>
                <a:ea typeface="+mn-ea"/>
                <a:cs typeface="+mn-cs"/>
              </a:defRPr>
            </a:lvl2pPr>
            <a:lvl3pPr marL="868680" indent="-274320" algn="l" defTabSz="609443" rtl="0" eaLnBrk="1" latinLnBrk="0" hangingPunct="1">
              <a:spcBef>
                <a:spcPts val="300"/>
              </a:spcBef>
              <a:buClr>
                <a:srgbClr val="1D9CE4"/>
              </a:buClr>
              <a:buFont typeface="Arial"/>
              <a:buChar char="•"/>
              <a:defRPr sz="2400" kern="1200">
                <a:solidFill>
                  <a:srgbClr val="070707"/>
                </a:solidFill>
                <a:latin typeface="+mn-lt"/>
                <a:ea typeface="+mn-ea"/>
                <a:cs typeface="+mn-cs"/>
              </a:defRPr>
            </a:lvl3pPr>
            <a:lvl4pPr marL="1143000" indent="-274320" algn="l" defTabSz="609443" rtl="0" eaLnBrk="1" latinLnBrk="0" hangingPunct="1">
              <a:spcBef>
                <a:spcPts val="300"/>
              </a:spcBef>
              <a:buClr>
                <a:srgbClr val="1D9CE4"/>
              </a:buClr>
              <a:buFont typeface="Arial" panose="020B0604020202020204" pitchFamily="34" charset="0"/>
              <a:buChar char="•"/>
              <a:defRPr sz="2000" kern="1200">
                <a:solidFill>
                  <a:srgbClr val="070707"/>
                </a:solidFill>
                <a:latin typeface="+mn-lt"/>
                <a:ea typeface="+mn-ea"/>
                <a:cs typeface="+mn-cs"/>
              </a:defRPr>
            </a:lvl4pPr>
            <a:lvl5pPr marL="1435608" indent="-274320" algn="l" defTabSz="609443" rtl="0" eaLnBrk="1" latinLnBrk="0" hangingPunct="1">
              <a:spcBef>
                <a:spcPts val="300"/>
              </a:spcBef>
              <a:buClr>
                <a:srgbClr val="1D9CE4"/>
              </a:buClr>
              <a:buFont typeface="Arial" panose="020B0604020202020204" pitchFamily="34" charset="0"/>
              <a:buChar char="•"/>
              <a:defRPr sz="2000" kern="1200">
                <a:solidFill>
                  <a:srgbClr val="070707"/>
                </a:solidFill>
                <a:latin typeface="+mn-lt"/>
                <a:ea typeface="+mn-ea"/>
                <a:cs typeface="+mn-cs"/>
              </a:defRPr>
            </a:lvl5pPr>
            <a:lvl6pPr marL="3351933" indent="-304723" algn="l" defTabSz="609443" rtl="0" eaLnBrk="1" latinLnBrk="0" hangingPunct="1">
              <a:spcBef>
                <a:spcPct val="20000"/>
              </a:spcBef>
              <a:buFont typeface="Arial"/>
              <a:buChar char="•"/>
              <a:defRPr sz="2700" kern="1200">
                <a:solidFill>
                  <a:schemeClr val="tx1"/>
                </a:solidFill>
                <a:latin typeface="+mn-lt"/>
                <a:ea typeface="+mn-ea"/>
                <a:cs typeface="+mn-cs"/>
              </a:defRPr>
            </a:lvl6pPr>
            <a:lvl7pPr marL="3961376" indent="-304723" algn="l" defTabSz="609443" rtl="0" eaLnBrk="1" latinLnBrk="0" hangingPunct="1">
              <a:spcBef>
                <a:spcPct val="20000"/>
              </a:spcBef>
              <a:buFont typeface="Arial"/>
              <a:buChar char="•"/>
              <a:defRPr sz="2700" kern="1200">
                <a:solidFill>
                  <a:schemeClr val="tx1"/>
                </a:solidFill>
                <a:latin typeface="+mn-lt"/>
                <a:ea typeface="+mn-ea"/>
                <a:cs typeface="+mn-cs"/>
              </a:defRPr>
            </a:lvl7pPr>
            <a:lvl8pPr marL="4570819" indent="-304723" algn="l" defTabSz="609443" rtl="0" eaLnBrk="1" latinLnBrk="0" hangingPunct="1">
              <a:spcBef>
                <a:spcPct val="20000"/>
              </a:spcBef>
              <a:buFont typeface="Arial"/>
              <a:buChar char="•"/>
              <a:defRPr sz="2700" kern="1200">
                <a:solidFill>
                  <a:schemeClr val="tx1"/>
                </a:solidFill>
                <a:latin typeface="+mn-lt"/>
                <a:ea typeface="+mn-ea"/>
                <a:cs typeface="+mn-cs"/>
              </a:defRPr>
            </a:lvl8pPr>
            <a:lvl9pPr marL="5180261" indent="-304723" algn="l" defTabSz="609443" rtl="0" eaLnBrk="1" latinLnBrk="0" hangingPunct="1">
              <a:spcBef>
                <a:spcPct val="20000"/>
              </a:spcBef>
              <a:buFont typeface="Arial"/>
              <a:buChar char="•"/>
              <a:defRPr sz="2700" kern="1200">
                <a:solidFill>
                  <a:schemeClr val="tx1"/>
                </a:solidFill>
                <a:latin typeface="+mn-lt"/>
                <a:ea typeface="+mn-ea"/>
                <a:cs typeface="+mn-cs"/>
              </a:defRPr>
            </a:lvl9pPr>
          </a:lstStyle>
          <a:p>
            <a:pPr marL="273685" indent="-273685"/>
            <a:r>
              <a:rPr lang="en-US" dirty="0">
                <a:ea typeface="Calibri"/>
                <a:cs typeface="Calibri"/>
              </a:rPr>
              <a:t>In this lab, you created new project source (.c) and header (.h) files, updated your CMakeLists.txt file to include these new files, and built two tasks of similar priority with a Message Queue to communicate data between them.</a:t>
            </a:r>
          </a:p>
          <a:p>
            <a:pPr marL="273685" indent="-273685"/>
            <a:r>
              <a:rPr lang="en-US" dirty="0">
                <a:ea typeface="Calibri"/>
                <a:cs typeface="Calibri"/>
              </a:rPr>
              <a:t>How else might you use one or more threads in your own projects to replace the cooperative multitasking loop?</a:t>
            </a:r>
          </a:p>
          <a:p>
            <a:pPr marL="273685" indent="-273685"/>
            <a:r>
              <a:rPr lang="en-US" dirty="0">
                <a:ea typeface="Calibri"/>
                <a:cs typeface="Calibri"/>
              </a:rPr>
              <a:t>As you move forward using threads, try to become more “Event Based” rather than polled.</a:t>
            </a:r>
          </a:p>
          <a:p>
            <a:pPr marL="273685" indent="-273685"/>
            <a:endParaRPr lang="en-US" dirty="0">
              <a:ea typeface="Calibri"/>
              <a:cs typeface="Calibri"/>
            </a:endParaRPr>
          </a:p>
          <a:p>
            <a:pPr marL="273685" indent="-273685"/>
            <a:endParaRPr lang="en-US" sz="900" b="0" dirty="0">
              <a:solidFill>
                <a:srgbClr val="333333"/>
              </a:solidFill>
              <a:latin typeface="Segoe UI"/>
              <a:ea typeface="Calibri"/>
              <a:cs typeface="Segoe UI"/>
            </a:endParaRPr>
          </a:p>
          <a:p>
            <a:pPr marL="273685" indent="-273685"/>
            <a:endParaRPr lang="en-US" dirty="0">
              <a:ea typeface="Calibri"/>
              <a:cs typeface="Calibri"/>
            </a:endParaRPr>
          </a:p>
        </p:txBody>
      </p:sp>
      <p:sp>
        <p:nvSpPr>
          <p:cNvPr id="5" name="Footer Placeholder 4">
            <a:extLst>
              <a:ext uri="{FF2B5EF4-FFF2-40B4-BE49-F238E27FC236}">
                <a16:creationId xmlns:a16="http://schemas.microsoft.com/office/drawing/2014/main" id="{5CD824EF-777C-5A5C-6689-C2222E2D2C1F}"/>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6" name="Slide Number Placeholder 5">
            <a:extLst>
              <a:ext uri="{FF2B5EF4-FFF2-40B4-BE49-F238E27FC236}">
                <a16:creationId xmlns:a16="http://schemas.microsoft.com/office/drawing/2014/main" id="{80C32C4D-DF56-AA78-AA78-F4A4A062C74C}"/>
              </a:ext>
            </a:extLst>
          </p:cNvPr>
          <p:cNvSpPr>
            <a:spLocks noGrp="1"/>
          </p:cNvSpPr>
          <p:nvPr>
            <p:ph type="sldNum" sz="quarter" idx="4"/>
          </p:nvPr>
        </p:nvSpPr>
        <p:spPr/>
        <p:txBody>
          <a:bodyPr/>
          <a:lstStyle/>
          <a:p>
            <a:fld id="{4081AA82-C1C2-924B-B843-6C0FB13ED72E}" type="slidenum">
              <a:rPr lang="en-US" smtClean="0"/>
              <a:t>24</a:t>
            </a:fld>
            <a:endParaRPr lang="en-US"/>
          </a:p>
        </p:txBody>
      </p:sp>
    </p:spTree>
    <p:extLst>
      <p:ext uri="{BB962C8B-B14F-4D97-AF65-F5344CB8AC3E}">
        <p14:creationId xmlns:p14="http://schemas.microsoft.com/office/powerpoint/2010/main" val="37106398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544E-7A79-AE7B-3808-B98CFF75BB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C30592-3DB1-ABEB-FE87-3C0CD192F022}"/>
              </a:ext>
            </a:extLst>
          </p:cNvPr>
          <p:cNvSpPr>
            <a:spLocks noGrp="1"/>
          </p:cNvSpPr>
          <p:nvPr>
            <p:ph type="title"/>
          </p:nvPr>
        </p:nvSpPr>
        <p:spPr/>
        <p:txBody>
          <a:bodyPr/>
          <a:lstStyle/>
          <a:p>
            <a:r>
              <a:rPr lang="en-US" altLang="en-US" dirty="0">
                <a:cs typeface="Calibri"/>
              </a:rPr>
              <a:t>Zephyr® OS</a:t>
            </a:r>
            <a:br>
              <a:rPr lang="en-US" altLang="en-US" dirty="0">
                <a:cs typeface="Calibri"/>
              </a:rPr>
            </a:br>
            <a:r>
              <a:rPr lang="en-US" altLang="en-US" dirty="0" err="1">
                <a:cs typeface="Calibri"/>
              </a:rPr>
              <a:t>DeviceTree</a:t>
            </a:r>
            <a:endParaRPr lang="en-US" altLang="en-US" dirty="0">
              <a:cs typeface="Calibri"/>
            </a:endParaRPr>
          </a:p>
        </p:txBody>
      </p:sp>
    </p:spTree>
    <p:extLst>
      <p:ext uri="{BB962C8B-B14F-4D97-AF65-F5344CB8AC3E}">
        <p14:creationId xmlns:p14="http://schemas.microsoft.com/office/powerpoint/2010/main" val="33886732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C07ED-0E8F-3341-BD66-CC6F287C0B94}"/>
              </a:ext>
            </a:extLst>
          </p:cNvPr>
          <p:cNvSpPr>
            <a:spLocks noGrp="1"/>
          </p:cNvSpPr>
          <p:nvPr>
            <p:ph type="title"/>
          </p:nvPr>
        </p:nvSpPr>
        <p:spPr/>
        <p:txBody>
          <a:bodyPr/>
          <a:lstStyle/>
          <a:p>
            <a:r>
              <a:rPr lang="en-US" dirty="0"/>
              <a:t>Zephyr® OS Devicetree</a:t>
            </a:r>
          </a:p>
        </p:txBody>
      </p:sp>
      <p:sp>
        <p:nvSpPr>
          <p:cNvPr id="3" name="Content Placeholder 2">
            <a:extLst>
              <a:ext uri="{FF2B5EF4-FFF2-40B4-BE49-F238E27FC236}">
                <a16:creationId xmlns:a16="http://schemas.microsoft.com/office/drawing/2014/main" id="{BE6B6E4B-58BC-984B-B688-8AAF041C561C}"/>
              </a:ext>
            </a:extLst>
          </p:cNvPr>
          <p:cNvSpPr>
            <a:spLocks noGrp="1"/>
          </p:cNvSpPr>
          <p:nvPr>
            <p:ph sz="quarter" idx="13"/>
          </p:nvPr>
        </p:nvSpPr>
        <p:spPr/>
        <p:txBody>
          <a:bodyPr vert="horz" lIns="121888" tIns="60944" rIns="121888" bIns="60944" rtlCol="0" anchor="t">
            <a:normAutofit/>
          </a:bodyPr>
          <a:lstStyle/>
          <a:p>
            <a:pPr marL="273685" indent="-273685"/>
            <a:r>
              <a:rPr lang="en-US" dirty="0">
                <a:ea typeface="Calibri"/>
                <a:cs typeface="Calibri"/>
              </a:rPr>
              <a:t>What is Devicetree?</a:t>
            </a:r>
          </a:p>
          <a:p>
            <a:pPr marL="575556" lvl="1" indent="-273685"/>
            <a:r>
              <a:rPr lang="en-US" b="0" i="0" dirty="0">
                <a:solidFill>
                  <a:srgbClr val="404040"/>
                </a:solidFill>
                <a:effectLst/>
                <a:highlight>
                  <a:srgbClr val="FCFCFC"/>
                </a:highlight>
                <a:latin typeface="system-ui"/>
              </a:rPr>
              <a:t>Used to describe the presence of</a:t>
            </a:r>
            <a:r>
              <a:rPr lang="en-US" dirty="0">
                <a:cs typeface="Calibri"/>
              </a:rPr>
              <a:t> hardware and how that hardware should be configured</a:t>
            </a:r>
          </a:p>
          <a:p>
            <a:pPr marL="575556" lvl="1" indent="-273685"/>
            <a:r>
              <a:rPr lang="en-US" dirty="0">
                <a:cs typeface="Calibri"/>
              </a:rPr>
              <a:t>Hierarchical – lower layers can be overlayed with more definitive descriptions</a:t>
            </a:r>
          </a:p>
          <a:p>
            <a:pPr marL="575556" lvl="1" indent="-273685"/>
            <a:r>
              <a:rPr lang="en-US" dirty="0"/>
              <a:t>Allows for software to target multiple boards by calling “aliases” defines for each board</a:t>
            </a:r>
          </a:p>
          <a:p>
            <a:pPr marL="273685" indent="-273685"/>
            <a:r>
              <a:rPr lang="en-US" dirty="0"/>
              <a:t>Devicetree Compilation</a:t>
            </a:r>
          </a:p>
          <a:p>
            <a:pPr marL="301871" lvl="1" indent="0">
              <a:buNone/>
            </a:pPr>
            <a:endParaRPr lang="en-US" dirty="0"/>
          </a:p>
          <a:p>
            <a:pPr marL="273685" indent="-273685"/>
            <a:endParaRPr lang="en-US" dirty="0">
              <a:ea typeface="Calibri"/>
              <a:cs typeface="Calibri"/>
            </a:endParaRPr>
          </a:p>
          <a:p>
            <a:pPr marL="273685" indent="-273685"/>
            <a:endParaRPr lang="en-US" sz="900" b="0" dirty="0">
              <a:solidFill>
                <a:srgbClr val="333333"/>
              </a:solidFill>
              <a:latin typeface="Segoe UI"/>
              <a:ea typeface="Calibri"/>
              <a:cs typeface="Segoe UI"/>
            </a:endParaRPr>
          </a:p>
          <a:p>
            <a:pPr marL="273685" indent="-273685"/>
            <a:endParaRPr lang="en-US" dirty="0">
              <a:ea typeface="Calibri"/>
              <a:cs typeface="Calibri"/>
            </a:endParaRPr>
          </a:p>
        </p:txBody>
      </p:sp>
      <p:grpSp>
        <p:nvGrpSpPr>
          <p:cNvPr id="10" name="Group 9">
            <a:extLst>
              <a:ext uri="{FF2B5EF4-FFF2-40B4-BE49-F238E27FC236}">
                <a16:creationId xmlns:a16="http://schemas.microsoft.com/office/drawing/2014/main" id="{FCB6A3B5-679F-5930-0D15-AA6931A53732}"/>
              </a:ext>
            </a:extLst>
          </p:cNvPr>
          <p:cNvGrpSpPr/>
          <p:nvPr/>
        </p:nvGrpSpPr>
        <p:grpSpPr>
          <a:xfrm>
            <a:off x="1082812" y="4427614"/>
            <a:ext cx="8938487" cy="1948715"/>
            <a:chOff x="1082812" y="4427614"/>
            <a:chExt cx="8938487" cy="1948715"/>
          </a:xfrm>
        </p:grpSpPr>
        <p:grpSp>
          <p:nvGrpSpPr>
            <p:cNvPr id="15" name="Group 14">
              <a:extLst>
                <a:ext uri="{FF2B5EF4-FFF2-40B4-BE49-F238E27FC236}">
                  <a16:creationId xmlns:a16="http://schemas.microsoft.com/office/drawing/2014/main" id="{BFC56B8D-F8E8-F620-4FAE-E8586B779CC7}"/>
                </a:ext>
              </a:extLst>
            </p:cNvPr>
            <p:cNvGrpSpPr/>
            <p:nvPr/>
          </p:nvGrpSpPr>
          <p:grpSpPr>
            <a:xfrm>
              <a:off x="1082812" y="4427614"/>
              <a:ext cx="8938487" cy="1948715"/>
              <a:chOff x="863212" y="4502421"/>
              <a:chExt cx="8427791" cy="1432507"/>
            </a:xfrm>
          </p:grpSpPr>
          <p:sp>
            <p:nvSpPr>
              <p:cNvPr id="4" name="Rounded Rectangle 3">
                <a:extLst>
                  <a:ext uri="{FF2B5EF4-FFF2-40B4-BE49-F238E27FC236}">
                    <a16:creationId xmlns:a16="http://schemas.microsoft.com/office/drawing/2014/main" id="{D48AD71E-41AE-D61E-EB88-D72BAF04139A}"/>
                  </a:ext>
                </a:extLst>
              </p:cNvPr>
              <p:cNvSpPr/>
              <p:nvPr/>
            </p:nvSpPr>
            <p:spPr>
              <a:xfrm>
                <a:off x="863212" y="4763028"/>
                <a:ext cx="1140278" cy="585950"/>
              </a:xfrm>
              <a:prstGeom prst="round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b="1" dirty="0"/>
                  <a:t>Devicetree Sources</a:t>
                </a:r>
              </a:p>
            </p:txBody>
          </p:sp>
          <p:sp>
            <p:nvSpPr>
              <p:cNvPr id="5" name="Rounded Rectangle 4">
                <a:extLst>
                  <a:ext uri="{FF2B5EF4-FFF2-40B4-BE49-F238E27FC236}">
                    <a16:creationId xmlns:a16="http://schemas.microsoft.com/office/drawing/2014/main" id="{1AB16A56-636F-2765-7540-4238C121C3E4}"/>
                  </a:ext>
                </a:extLst>
              </p:cNvPr>
              <p:cNvSpPr/>
              <p:nvPr/>
            </p:nvSpPr>
            <p:spPr>
              <a:xfrm>
                <a:off x="1885950" y="5348978"/>
                <a:ext cx="1140278" cy="585950"/>
              </a:xfrm>
              <a:prstGeom prst="round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b="1" dirty="0"/>
                  <a:t>Devicetree Bindings</a:t>
                </a:r>
              </a:p>
            </p:txBody>
          </p:sp>
          <p:sp>
            <p:nvSpPr>
              <p:cNvPr id="6" name="Rounded Rectangle 5">
                <a:extLst>
                  <a:ext uri="{FF2B5EF4-FFF2-40B4-BE49-F238E27FC236}">
                    <a16:creationId xmlns:a16="http://schemas.microsoft.com/office/drawing/2014/main" id="{9D316BDB-24DE-0C97-98B6-5404D48BEC86}"/>
                  </a:ext>
                </a:extLst>
              </p:cNvPr>
              <p:cNvSpPr/>
              <p:nvPr/>
            </p:nvSpPr>
            <p:spPr>
              <a:xfrm>
                <a:off x="3638550" y="4992195"/>
                <a:ext cx="1140278" cy="585950"/>
              </a:xfrm>
              <a:prstGeom prst="round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b="1" dirty="0"/>
                  <a:t>Devicetree Compiler</a:t>
                </a:r>
              </a:p>
            </p:txBody>
          </p:sp>
          <p:sp>
            <p:nvSpPr>
              <p:cNvPr id="7" name="Rounded Rectangle 6">
                <a:extLst>
                  <a:ext uri="{FF2B5EF4-FFF2-40B4-BE49-F238E27FC236}">
                    <a16:creationId xmlns:a16="http://schemas.microsoft.com/office/drawing/2014/main" id="{9CD9ADF9-C66D-0BB5-07BB-8F16A1313141}"/>
                  </a:ext>
                </a:extLst>
              </p:cNvPr>
              <p:cNvSpPr/>
              <p:nvPr/>
            </p:nvSpPr>
            <p:spPr>
              <a:xfrm>
                <a:off x="5391152" y="4984306"/>
                <a:ext cx="1475749" cy="585950"/>
              </a:xfrm>
              <a:prstGeom prst="round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b="1" dirty="0" err="1"/>
                  <a:t>devicetree.h</a:t>
                </a:r>
                <a:endParaRPr lang="en-US" sz="1600" b="1" dirty="0"/>
              </a:p>
            </p:txBody>
          </p:sp>
          <p:sp>
            <p:nvSpPr>
              <p:cNvPr id="8" name="Rounded Rectangle 7">
                <a:extLst>
                  <a:ext uri="{FF2B5EF4-FFF2-40B4-BE49-F238E27FC236}">
                    <a16:creationId xmlns:a16="http://schemas.microsoft.com/office/drawing/2014/main" id="{27EAA792-D1F1-275B-74F5-39F1C228E50E}"/>
                  </a:ext>
                </a:extLst>
              </p:cNvPr>
              <p:cNvSpPr/>
              <p:nvPr/>
            </p:nvSpPr>
            <p:spPr>
              <a:xfrm>
                <a:off x="7479222" y="4502421"/>
                <a:ext cx="1811781" cy="1265801"/>
              </a:xfrm>
              <a:prstGeom prst="round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b="1"/>
                  <a:t>Zephyr and Application Source Files</a:t>
                </a:r>
              </a:p>
            </p:txBody>
          </p:sp>
          <p:cxnSp>
            <p:nvCxnSpPr>
              <p:cNvPr id="14" name="Elbow Connector 13">
                <a:extLst>
                  <a:ext uri="{FF2B5EF4-FFF2-40B4-BE49-F238E27FC236}">
                    <a16:creationId xmlns:a16="http://schemas.microsoft.com/office/drawing/2014/main" id="{38FA4805-C55B-4329-CD8B-228A1A2A58DA}"/>
                  </a:ext>
                </a:extLst>
              </p:cNvPr>
              <p:cNvCxnSpPr>
                <a:cxnSpLocks/>
                <a:endCxn id="6" idx="1"/>
              </p:cNvCxnSpPr>
              <p:nvPr/>
            </p:nvCxnSpPr>
            <p:spPr>
              <a:xfrm>
                <a:off x="3026228" y="5145055"/>
                <a:ext cx="612322" cy="140115"/>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6" name="Elbow Connector 15">
                <a:extLst>
                  <a:ext uri="{FF2B5EF4-FFF2-40B4-BE49-F238E27FC236}">
                    <a16:creationId xmlns:a16="http://schemas.microsoft.com/office/drawing/2014/main" id="{97BA604C-117B-6739-B719-132E1632AB90}"/>
                  </a:ext>
                </a:extLst>
              </p:cNvPr>
              <p:cNvCxnSpPr>
                <a:cxnSpLocks/>
                <a:endCxn id="6" idx="1"/>
              </p:cNvCxnSpPr>
              <p:nvPr/>
            </p:nvCxnSpPr>
            <p:spPr>
              <a:xfrm flipV="1">
                <a:off x="3026228" y="5285170"/>
                <a:ext cx="612322" cy="445375"/>
              </a:xfrm>
              <a:prstGeom prst="bentConnector3">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1C7A4888-900F-CE9C-A26E-89F45062A619}"/>
                  </a:ext>
                </a:extLst>
              </p:cNvPr>
              <p:cNvCxnSpPr>
                <a:cxnSpLocks/>
                <a:stCxn id="6" idx="3"/>
                <a:endCxn id="7" idx="1"/>
              </p:cNvCxnSpPr>
              <p:nvPr/>
            </p:nvCxnSpPr>
            <p:spPr>
              <a:xfrm flipV="1">
                <a:off x="4778828" y="5277282"/>
                <a:ext cx="612323" cy="7888"/>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9E08B1A7-9149-B984-7AF8-296A4E7A235F}"/>
                  </a:ext>
                </a:extLst>
              </p:cNvPr>
              <p:cNvCxnSpPr/>
              <p:nvPr/>
            </p:nvCxnSpPr>
            <p:spPr>
              <a:xfrm>
                <a:off x="6703972" y="5285170"/>
                <a:ext cx="788222"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grpSp>
        <p:sp>
          <p:nvSpPr>
            <p:cNvPr id="9" name="Rounded Rectangle 8">
              <a:extLst>
                <a:ext uri="{FF2B5EF4-FFF2-40B4-BE49-F238E27FC236}">
                  <a16:creationId xmlns:a16="http://schemas.microsoft.com/office/drawing/2014/main" id="{89C5751F-200D-48C9-2A3C-BCC6DE1367FE}"/>
                </a:ext>
              </a:extLst>
            </p:cNvPr>
            <p:cNvSpPr/>
            <p:nvPr/>
          </p:nvSpPr>
          <p:spPr>
            <a:xfrm>
              <a:off x="2167524" y="4792536"/>
              <a:ext cx="1209375" cy="797099"/>
            </a:xfrm>
            <a:prstGeom prst="round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b="1" dirty="0"/>
                <a:t>Devicetree Overlays</a:t>
              </a:r>
            </a:p>
          </p:txBody>
        </p:sp>
      </p:grpSp>
      <p:sp>
        <p:nvSpPr>
          <p:cNvPr id="11" name="Footer Placeholder 10">
            <a:extLst>
              <a:ext uri="{FF2B5EF4-FFF2-40B4-BE49-F238E27FC236}">
                <a16:creationId xmlns:a16="http://schemas.microsoft.com/office/drawing/2014/main" id="{8DB50F65-B784-0D87-9DE9-8AD29D8E1161}"/>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12" name="Slide Number Placeholder 11">
            <a:extLst>
              <a:ext uri="{FF2B5EF4-FFF2-40B4-BE49-F238E27FC236}">
                <a16:creationId xmlns:a16="http://schemas.microsoft.com/office/drawing/2014/main" id="{7177D62D-7EBE-DB50-FFF3-63CC6AB43785}"/>
              </a:ext>
            </a:extLst>
          </p:cNvPr>
          <p:cNvSpPr>
            <a:spLocks noGrp="1"/>
          </p:cNvSpPr>
          <p:nvPr>
            <p:ph type="sldNum" sz="quarter" idx="4"/>
          </p:nvPr>
        </p:nvSpPr>
        <p:spPr/>
        <p:txBody>
          <a:bodyPr/>
          <a:lstStyle/>
          <a:p>
            <a:fld id="{4081AA82-C1C2-924B-B843-6C0FB13ED72E}" type="slidenum">
              <a:rPr lang="en-US" smtClean="0"/>
              <a:t>26</a:t>
            </a:fld>
            <a:endParaRPr lang="en-US"/>
          </a:p>
        </p:txBody>
      </p:sp>
    </p:spTree>
    <p:extLst>
      <p:ext uri="{BB962C8B-B14F-4D97-AF65-F5344CB8AC3E}">
        <p14:creationId xmlns:p14="http://schemas.microsoft.com/office/powerpoint/2010/main" val="2474113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C07ED-0E8F-3341-BD66-CC6F287C0B94}"/>
              </a:ext>
            </a:extLst>
          </p:cNvPr>
          <p:cNvSpPr>
            <a:spLocks noGrp="1"/>
          </p:cNvSpPr>
          <p:nvPr>
            <p:ph type="title"/>
          </p:nvPr>
        </p:nvSpPr>
        <p:spPr/>
        <p:txBody>
          <a:bodyPr/>
          <a:lstStyle/>
          <a:p>
            <a:r>
              <a:rPr lang="en-US" dirty="0"/>
              <a:t>Zephyr® OS - Parts of a Devicetree Source</a:t>
            </a:r>
            <a:br>
              <a:rPr lang="en-US" dirty="0"/>
            </a:br>
            <a:endParaRPr lang="en-US" dirty="0"/>
          </a:p>
        </p:txBody>
      </p:sp>
      <p:sp>
        <p:nvSpPr>
          <p:cNvPr id="3" name="Content Placeholder 2">
            <a:extLst>
              <a:ext uri="{FF2B5EF4-FFF2-40B4-BE49-F238E27FC236}">
                <a16:creationId xmlns:a16="http://schemas.microsoft.com/office/drawing/2014/main" id="{BE6B6E4B-58BC-984B-B688-8AAF041C561C}"/>
              </a:ext>
            </a:extLst>
          </p:cNvPr>
          <p:cNvSpPr>
            <a:spLocks noGrp="1"/>
          </p:cNvSpPr>
          <p:nvPr>
            <p:ph sz="quarter" idx="13"/>
          </p:nvPr>
        </p:nvSpPr>
        <p:spPr/>
        <p:txBody>
          <a:bodyPr vert="horz" lIns="121888" tIns="60944" rIns="121888" bIns="60944" rtlCol="0" anchor="t">
            <a:normAutofit/>
          </a:bodyPr>
          <a:lstStyle/>
          <a:p>
            <a:pPr marL="273685" indent="-273685"/>
            <a:r>
              <a:rPr lang="en-US" dirty="0"/>
              <a:t>Node – an object in a Devicetree source (.</a:t>
            </a:r>
            <a:r>
              <a:rPr lang="en-US" dirty="0" err="1"/>
              <a:t>dtsi</a:t>
            </a:r>
            <a:r>
              <a:rPr lang="en-US" dirty="0"/>
              <a:t>)</a:t>
            </a:r>
          </a:p>
          <a:p>
            <a:pPr marL="575556" lvl="1" indent="-273685"/>
            <a:r>
              <a:rPr lang="en-US" dirty="0"/>
              <a:t>/ (root node) – collection of sub-nodes</a:t>
            </a:r>
          </a:p>
          <a:p>
            <a:pPr marL="575556" lvl="1" indent="-273685"/>
            <a:r>
              <a:rPr lang="en-US" dirty="0"/>
              <a:t>Nested nodes:  ex: /soc/sercom3/spiflash@0</a:t>
            </a:r>
          </a:p>
          <a:p>
            <a:pPr marL="273685" indent="-273685"/>
            <a:r>
              <a:rPr lang="en-US" dirty="0"/>
              <a:t>Properties</a:t>
            </a:r>
          </a:p>
          <a:p>
            <a:pPr marL="575556" lvl="1" indent="-273685"/>
            <a:r>
              <a:rPr lang="en-US" dirty="0"/>
              <a:t>Describe the configuration of the current node</a:t>
            </a:r>
          </a:p>
          <a:p>
            <a:pPr marL="575556" lvl="1" indent="-273685"/>
            <a:r>
              <a:rPr lang="en-US" dirty="0"/>
              <a:t>Properties can be integers, strings, </a:t>
            </a:r>
            <a:r>
              <a:rPr lang="en-US" dirty="0" err="1"/>
              <a:t>phandles</a:t>
            </a:r>
            <a:r>
              <a:rPr lang="en-US" dirty="0"/>
              <a:t>/arrays, booleans</a:t>
            </a:r>
          </a:p>
          <a:p>
            <a:pPr marL="301871" lvl="1" indent="0">
              <a:buNone/>
            </a:pPr>
            <a:r>
              <a:rPr lang="en-US" dirty="0"/>
              <a:t>	ex: </a:t>
            </a:r>
            <a:br>
              <a:rPr lang="en-US" dirty="0"/>
            </a:br>
            <a:r>
              <a:rPr lang="en-US" dirty="0"/>
              <a:t>        </a:t>
            </a:r>
            <a:r>
              <a:rPr lang="en-US" sz="2000" dirty="0">
                <a:latin typeface="Courier New" panose="02070309020205020404" pitchFamily="49" charset="0"/>
                <a:cs typeface="Courier New" panose="02070309020205020404" pitchFamily="49" charset="0"/>
              </a:rPr>
              <a:t>status= “okay”;</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compatible=“atmel,sam0-spi”;</a:t>
            </a:r>
          </a:p>
          <a:p>
            <a:pPr marL="301871" lvl="1" indent="0">
              <a:buNone/>
            </a:pP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dpio</a:t>
            </a:r>
            <a:r>
              <a:rPr lang="en-US" sz="2000" dirty="0">
                <a:latin typeface="Courier New" panose="02070309020205020404" pitchFamily="49" charset="0"/>
                <a:cs typeface="Courier New" panose="02070309020205020404" pitchFamily="49" charset="0"/>
              </a:rPr>
              <a:t> = &lt;0&gt;;</a:t>
            </a:r>
          </a:p>
          <a:p>
            <a:pPr marL="301871" lvl="1" indent="0">
              <a:buNone/>
            </a:pPr>
            <a:r>
              <a:rPr lang="en-US" sz="2000" dirty="0">
                <a:latin typeface="Courier New" panose="02070309020205020404" pitchFamily="49" charset="0"/>
                <a:cs typeface="Courier New" panose="02070309020205020404" pitchFamily="49" charset="0"/>
              </a:rPr>
              <a:t>    cs-</a:t>
            </a:r>
            <a:r>
              <a:rPr lang="en-US" sz="2000" dirty="0" err="1">
                <a:latin typeface="Courier New" panose="02070309020205020404" pitchFamily="49" charset="0"/>
                <a:cs typeface="Courier New" panose="02070309020205020404" pitchFamily="49" charset="0"/>
              </a:rPr>
              <a:t>gpios</a:t>
            </a:r>
            <a:r>
              <a:rPr lang="en-US" sz="2000" dirty="0">
                <a:latin typeface="Courier New" panose="02070309020205020404" pitchFamily="49" charset="0"/>
                <a:cs typeface="Courier New" panose="02070309020205020404" pitchFamily="49" charset="0"/>
              </a:rPr>
              <a:t>=&lt;&amp;porta 13 GPIO_ACTIVE_LOW&gt;, &lt;&amp;</a:t>
            </a:r>
            <a:r>
              <a:rPr lang="en-US" sz="2000" dirty="0" err="1">
                <a:latin typeface="Courier New" panose="02070309020205020404" pitchFamily="49" charset="0"/>
                <a:cs typeface="Courier New" panose="02070309020205020404" pitchFamily="49" charset="0"/>
              </a:rPr>
              <a:t>portb</a:t>
            </a:r>
            <a:r>
              <a:rPr lang="en-US" sz="2000" dirty="0">
                <a:latin typeface="Courier New" panose="02070309020205020404" pitchFamily="49" charset="0"/>
                <a:cs typeface="Courier New" panose="02070309020205020404" pitchFamily="49" charset="0"/>
              </a:rPr>
              <a:t> 6 GPIO_ACTIVE_LOW&gt;;</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requires-</a:t>
            </a:r>
            <a:r>
              <a:rPr lang="en-US" sz="2000" dirty="0" err="1">
                <a:latin typeface="Courier New" panose="02070309020205020404" pitchFamily="49" charset="0"/>
                <a:cs typeface="Courier New" panose="02070309020205020404" pitchFamily="49" charset="0"/>
              </a:rPr>
              <a:t>ulbp</a:t>
            </a:r>
            <a:r>
              <a:rPr lang="en-US" sz="2000" dirty="0">
                <a:latin typeface="Courier New" panose="02070309020205020404" pitchFamily="49" charset="0"/>
                <a:cs typeface="Courier New" panose="02070309020205020404" pitchFamily="49" charset="0"/>
              </a:rPr>
              <a:t>;</a:t>
            </a:r>
          </a:p>
          <a:p>
            <a:pPr marL="273685" indent="-273685"/>
            <a:endParaRPr lang="en-US" sz="900" b="0" dirty="0">
              <a:solidFill>
                <a:srgbClr val="333333"/>
              </a:solidFill>
              <a:ea typeface="Calibri"/>
              <a:cs typeface="Segoe UI"/>
            </a:endParaRPr>
          </a:p>
          <a:p>
            <a:pPr marL="575556" lvl="1" indent="-273685"/>
            <a:endParaRPr lang="en-US" dirty="0">
              <a:ea typeface="Calibri"/>
              <a:cs typeface="Calibri"/>
            </a:endParaRPr>
          </a:p>
        </p:txBody>
      </p:sp>
      <p:sp>
        <p:nvSpPr>
          <p:cNvPr id="4" name="Footer Placeholder 3">
            <a:extLst>
              <a:ext uri="{FF2B5EF4-FFF2-40B4-BE49-F238E27FC236}">
                <a16:creationId xmlns:a16="http://schemas.microsoft.com/office/drawing/2014/main" id="{6CE803ED-FB5B-4E0E-AF7B-9BA85F0568C7}"/>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5" name="Slide Number Placeholder 4">
            <a:extLst>
              <a:ext uri="{FF2B5EF4-FFF2-40B4-BE49-F238E27FC236}">
                <a16:creationId xmlns:a16="http://schemas.microsoft.com/office/drawing/2014/main" id="{D747279F-7F2D-5538-D80C-80F3F1CB0D4C}"/>
              </a:ext>
            </a:extLst>
          </p:cNvPr>
          <p:cNvSpPr>
            <a:spLocks noGrp="1"/>
          </p:cNvSpPr>
          <p:nvPr>
            <p:ph type="sldNum" sz="quarter" idx="4"/>
          </p:nvPr>
        </p:nvSpPr>
        <p:spPr/>
        <p:txBody>
          <a:bodyPr/>
          <a:lstStyle/>
          <a:p>
            <a:fld id="{4081AA82-C1C2-924B-B843-6C0FB13ED72E}" type="slidenum">
              <a:rPr lang="en-US" smtClean="0"/>
              <a:t>27</a:t>
            </a:fld>
            <a:endParaRPr lang="en-US"/>
          </a:p>
        </p:txBody>
      </p:sp>
    </p:spTree>
    <p:extLst>
      <p:ext uri="{BB962C8B-B14F-4D97-AF65-F5344CB8AC3E}">
        <p14:creationId xmlns:p14="http://schemas.microsoft.com/office/powerpoint/2010/main" val="1076812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C07ED-0E8F-3341-BD66-CC6F287C0B94}"/>
              </a:ext>
            </a:extLst>
          </p:cNvPr>
          <p:cNvSpPr>
            <a:spLocks noGrp="1"/>
          </p:cNvSpPr>
          <p:nvPr>
            <p:ph type="title"/>
          </p:nvPr>
        </p:nvSpPr>
        <p:spPr/>
        <p:txBody>
          <a:bodyPr/>
          <a:lstStyle/>
          <a:p>
            <a:r>
              <a:rPr lang="en-US" dirty="0"/>
              <a:t>Zephyr® OS – Sample Device Tree Source</a:t>
            </a:r>
          </a:p>
        </p:txBody>
      </p:sp>
      <p:sp>
        <p:nvSpPr>
          <p:cNvPr id="3" name="Content Placeholder 2">
            <a:extLst>
              <a:ext uri="{FF2B5EF4-FFF2-40B4-BE49-F238E27FC236}">
                <a16:creationId xmlns:a16="http://schemas.microsoft.com/office/drawing/2014/main" id="{BE6B6E4B-58BC-984B-B688-8AAF041C561C}"/>
              </a:ext>
            </a:extLst>
          </p:cNvPr>
          <p:cNvSpPr>
            <a:spLocks noGrp="1"/>
          </p:cNvSpPr>
          <p:nvPr>
            <p:ph sz="quarter" idx="13"/>
          </p:nvPr>
        </p:nvSpPr>
        <p:spPr/>
        <p:txBody>
          <a:bodyPr vert="horz" lIns="121888" tIns="60944" rIns="121888" bIns="60944" rtlCol="0" anchor="t">
            <a:normAutofit/>
          </a:bodyPr>
          <a:lstStyle/>
          <a:p>
            <a:pPr marL="273685" indent="-273685"/>
            <a:endParaRPr lang="en-US" sz="900" b="0" dirty="0">
              <a:solidFill>
                <a:srgbClr val="333333"/>
              </a:solidFill>
              <a:ea typeface="Calibri"/>
              <a:cs typeface="Segoe UI"/>
            </a:endParaRPr>
          </a:p>
          <a:p>
            <a:pPr marL="575556" lvl="1" indent="-273685"/>
            <a:endParaRPr lang="en-US" dirty="0">
              <a:ea typeface="Calibri"/>
              <a:cs typeface="Calibri"/>
            </a:endParaRPr>
          </a:p>
        </p:txBody>
      </p:sp>
      <p:pic>
        <p:nvPicPr>
          <p:cNvPr id="7" name="Picture 6">
            <a:extLst>
              <a:ext uri="{FF2B5EF4-FFF2-40B4-BE49-F238E27FC236}">
                <a16:creationId xmlns:a16="http://schemas.microsoft.com/office/drawing/2014/main" id="{B3CB2108-72A1-5115-93DA-63938CCAA5B3}"/>
              </a:ext>
            </a:extLst>
          </p:cNvPr>
          <p:cNvPicPr>
            <a:picLocks noChangeAspect="1"/>
          </p:cNvPicPr>
          <p:nvPr/>
        </p:nvPicPr>
        <p:blipFill>
          <a:blip r:embed="rId3"/>
          <a:stretch>
            <a:fillRect/>
          </a:stretch>
        </p:blipFill>
        <p:spPr>
          <a:xfrm>
            <a:off x="3346126" y="765048"/>
            <a:ext cx="5052150" cy="5702012"/>
          </a:xfrm>
          <a:prstGeom prst="rect">
            <a:avLst/>
          </a:prstGeom>
          <a:ln>
            <a:noFill/>
          </a:ln>
          <a:effectLst>
            <a:outerShdw blurRad="190500" algn="tl" rotWithShape="0">
              <a:srgbClr val="000000">
                <a:alpha val="70000"/>
              </a:srgbClr>
            </a:outerShdw>
          </a:effectLst>
        </p:spPr>
      </p:pic>
      <p:sp>
        <p:nvSpPr>
          <p:cNvPr id="8" name="Arrow: Right 7">
            <a:extLst>
              <a:ext uri="{FF2B5EF4-FFF2-40B4-BE49-F238E27FC236}">
                <a16:creationId xmlns:a16="http://schemas.microsoft.com/office/drawing/2014/main" id="{84A949A6-43EB-D6B9-55E4-7945D448E71C}"/>
              </a:ext>
            </a:extLst>
          </p:cNvPr>
          <p:cNvSpPr/>
          <p:nvPr/>
        </p:nvSpPr>
        <p:spPr>
          <a:xfrm>
            <a:off x="2645545" y="765048"/>
            <a:ext cx="1038687" cy="373067"/>
          </a:xfrm>
          <a:prstGeom prst="rightArrow">
            <a:avLst/>
          </a:prstGeom>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t>Root Node</a:t>
            </a:r>
          </a:p>
        </p:txBody>
      </p:sp>
      <p:sp>
        <p:nvSpPr>
          <p:cNvPr id="9" name="Arrow: Right 8">
            <a:extLst>
              <a:ext uri="{FF2B5EF4-FFF2-40B4-BE49-F238E27FC236}">
                <a16:creationId xmlns:a16="http://schemas.microsoft.com/office/drawing/2014/main" id="{0C3EEF75-E857-653F-920E-927A18A3BA5C}"/>
              </a:ext>
            </a:extLst>
          </p:cNvPr>
          <p:cNvSpPr/>
          <p:nvPr/>
        </p:nvSpPr>
        <p:spPr>
          <a:xfrm>
            <a:off x="2769833" y="1138115"/>
            <a:ext cx="1411550" cy="373067"/>
          </a:xfrm>
          <a:prstGeom prst="rightArrow">
            <a:avLst/>
          </a:prstGeom>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t>Aliases</a:t>
            </a:r>
          </a:p>
        </p:txBody>
      </p:sp>
      <p:sp>
        <p:nvSpPr>
          <p:cNvPr id="10" name="Arrow: Right 9">
            <a:extLst>
              <a:ext uri="{FF2B5EF4-FFF2-40B4-BE49-F238E27FC236}">
                <a16:creationId xmlns:a16="http://schemas.microsoft.com/office/drawing/2014/main" id="{D8EF3E30-B15B-5320-B662-5F36F2989050}"/>
              </a:ext>
            </a:extLst>
          </p:cNvPr>
          <p:cNvSpPr/>
          <p:nvPr/>
        </p:nvSpPr>
        <p:spPr>
          <a:xfrm>
            <a:off x="2769833" y="1790101"/>
            <a:ext cx="1411550" cy="373067"/>
          </a:xfrm>
          <a:prstGeom prst="rightArrow">
            <a:avLst/>
          </a:prstGeom>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t>Parent Node</a:t>
            </a:r>
          </a:p>
        </p:txBody>
      </p:sp>
      <p:sp>
        <p:nvSpPr>
          <p:cNvPr id="11" name="Arrow: Right 10">
            <a:extLst>
              <a:ext uri="{FF2B5EF4-FFF2-40B4-BE49-F238E27FC236}">
                <a16:creationId xmlns:a16="http://schemas.microsoft.com/office/drawing/2014/main" id="{D2D07634-05CE-ABD7-7F0B-401C31934216}"/>
              </a:ext>
            </a:extLst>
          </p:cNvPr>
          <p:cNvSpPr/>
          <p:nvPr/>
        </p:nvSpPr>
        <p:spPr>
          <a:xfrm>
            <a:off x="3164888" y="4895011"/>
            <a:ext cx="1411550" cy="373067"/>
          </a:xfrm>
          <a:prstGeom prst="rightArrow">
            <a:avLst/>
          </a:prstGeom>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t>Child Node</a:t>
            </a:r>
          </a:p>
        </p:txBody>
      </p:sp>
      <p:sp>
        <p:nvSpPr>
          <p:cNvPr id="12" name="Arrow: Right 11">
            <a:extLst>
              <a:ext uri="{FF2B5EF4-FFF2-40B4-BE49-F238E27FC236}">
                <a16:creationId xmlns:a16="http://schemas.microsoft.com/office/drawing/2014/main" id="{76E4D621-1A62-BCA3-AA2D-D07794885659}"/>
              </a:ext>
            </a:extLst>
          </p:cNvPr>
          <p:cNvSpPr/>
          <p:nvPr/>
        </p:nvSpPr>
        <p:spPr>
          <a:xfrm>
            <a:off x="3346126" y="5415920"/>
            <a:ext cx="1411550" cy="373067"/>
          </a:xfrm>
          <a:prstGeom prst="rightArrow">
            <a:avLst/>
          </a:prstGeom>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dirty="0"/>
              <a:t>Properties</a:t>
            </a:r>
          </a:p>
        </p:txBody>
      </p:sp>
      <p:sp>
        <p:nvSpPr>
          <p:cNvPr id="4" name="Footer Placeholder 3">
            <a:extLst>
              <a:ext uri="{FF2B5EF4-FFF2-40B4-BE49-F238E27FC236}">
                <a16:creationId xmlns:a16="http://schemas.microsoft.com/office/drawing/2014/main" id="{C160B89A-F074-DB03-DE81-BE23A04ED018}"/>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5" name="Slide Number Placeholder 4">
            <a:extLst>
              <a:ext uri="{FF2B5EF4-FFF2-40B4-BE49-F238E27FC236}">
                <a16:creationId xmlns:a16="http://schemas.microsoft.com/office/drawing/2014/main" id="{6F7D73C5-9115-A84F-532F-14CB29CBDBDE}"/>
              </a:ext>
            </a:extLst>
          </p:cNvPr>
          <p:cNvSpPr>
            <a:spLocks noGrp="1"/>
          </p:cNvSpPr>
          <p:nvPr>
            <p:ph type="sldNum" sz="quarter" idx="4"/>
          </p:nvPr>
        </p:nvSpPr>
        <p:spPr/>
        <p:txBody>
          <a:bodyPr/>
          <a:lstStyle/>
          <a:p>
            <a:fld id="{4081AA82-C1C2-924B-B843-6C0FB13ED72E}" type="slidenum">
              <a:rPr lang="en-US" smtClean="0"/>
              <a:t>28</a:t>
            </a:fld>
            <a:endParaRPr lang="en-US"/>
          </a:p>
        </p:txBody>
      </p:sp>
    </p:spTree>
    <p:extLst>
      <p:ext uri="{BB962C8B-B14F-4D97-AF65-F5344CB8AC3E}">
        <p14:creationId xmlns:p14="http://schemas.microsoft.com/office/powerpoint/2010/main" val="1706007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C8B72-048C-3C0C-C0BF-3185F8C02E71}"/>
              </a:ext>
            </a:extLst>
          </p:cNvPr>
          <p:cNvSpPr>
            <a:spLocks noGrp="1"/>
          </p:cNvSpPr>
          <p:nvPr>
            <p:ph type="title"/>
          </p:nvPr>
        </p:nvSpPr>
        <p:spPr/>
        <p:txBody>
          <a:bodyPr/>
          <a:lstStyle/>
          <a:p>
            <a:r>
              <a:rPr lang="en-US" dirty="0"/>
              <a:t>Zephyr® OS Devicetree</a:t>
            </a:r>
          </a:p>
        </p:txBody>
      </p:sp>
      <p:sp>
        <p:nvSpPr>
          <p:cNvPr id="3" name="Text Placeholder 2">
            <a:extLst>
              <a:ext uri="{FF2B5EF4-FFF2-40B4-BE49-F238E27FC236}">
                <a16:creationId xmlns:a16="http://schemas.microsoft.com/office/drawing/2014/main" id="{9408DFCE-CBA2-13B5-78DE-3B6AE1BBF535}"/>
              </a:ext>
            </a:extLst>
          </p:cNvPr>
          <p:cNvSpPr>
            <a:spLocks noGrp="1"/>
          </p:cNvSpPr>
          <p:nvPr>
            <p:ph type="body" sz="quarter" idx="13"/>
          </p:nvPr>
        </p:nvSpPr>
        <p:spPr/>
        <p:txBody>
          <a:bodyPr/>
          <a:lstStyle/>
          <a:p>
            <a:r>
              <a:rPr lang="en-US" dirty="0">
                <a:latin typeface="Calibri"/>
                <a:ea typeface="Calibri"/>
                <a:cs typeface="Calibri"/>
              </a:rPr>
              <a:t>Demo: Finding a Devicetree Binding API</a:t>
            </a:r>
          </a:p>
        </p:txBody>
      </p:sp>
      <p:sp>
        <p:nvSpPr>
          <p:cNvPr id="4" name="Content Placeholder 3">
            <a:extLst>
              <a:ext uri="{FF2B5EF4-FFF2-40B4-BE49-F238E27FC236}">
                <a16:creationId xmlns:a16="http://schemas.microsoft.com/office/drawing/2014/main" id="{0508790A-74AE-9D2E-BAE6-FE6C1E0710D2}"/>
              </a:ext>
            </a:extLst>
          </p:cNvPr>
          <p:cNvSpPr>
            <a:spLocks noGrp="1"/>
          </p:cNvSpPr>
          <p:nvPr>
            <p:ph sz="quarter" idx="15"/>
          </p:nvPr>
        </p:nvSpPr>
        <p:spPr>
          <a:xfrm>
            <a:off x="109567" y="6026014"/>
            <a:ext cx="10577484" cy="777241"/>
          </a:xfrm>
        </p:spPr>
        <p:txBody>
          <a:bodyPr>
            <a:normAutofit/>
          </a:bodyPr>
          <a:lstStyle/>
          <a:p>
            <a:r>
              <a:rPr lang="en-US" sz="2400" b="0" dirty="0">
                <a:solidFill>
                  <a:srgbClr val="333333"/>
                </a:solidFill>
                <a:latin typeface="Segoe UI"/>
                <a:ea typeface="Calibri"/>
                <a:cs typeface="Segoe UI"/>
                <a:hlinkClick r:id="rId2"/>
              </a:rPr>
              <a:t>https://docs.zephyrproject.org/latest/build/dts/api/bindings.html</a:t>
            </a:r>
            <a:endParaRPr lang="en-US" sz="2400" dirty="0">
              <a:ea typeface="Calibri"/>
              <a:cs typeface="Calibri"/>
            </a:endParaRPr>
          </a:p>
          <a:p>
            <a:endParaRPr lang="en-US" dirty="0"/>
          </a:p>
        </p:txBody>
      </p:sp>
      <p:pic>
        <p:nvPicPr>
          <p:cNvPr id="6" name="Content Placeholder 5">
            <a:extLst>
              <a:ext uri="{FF2B5EF4-FFF2-40B4-BE49-F238E27FC236}">
                <a16:creationId xmlns:a16="http://schemas.microsoft.com/office/drawing/2014/main" id="{3BBCE19E-C570-570A-847A-5ED811E9EFE4}"/>
              </a:ext>
            </a:extLst>
          </p:cNvPr>
          <p:cNvPicPr>
            <a:picLocks noGrp="1" noChangeAspect="1"/>
          </p:cNvPicPr>
          <p:nvPr>
            <p:ph sz="quarter" idx="16"/>
          </p:nvPr>
        </p:nvPicPr>
        <p:blipFill>
          <a:blip r:embed="rId3"/>
          <a:stretch>
            <a:fillRect/>
          </a:stretch>
        </p:blipFill>
        <p:spPr>
          <a:xfrm>
            <a:off x="2472092" y="1260611"/>
            <a:ext cx="7244640" cy="4654414"/>
          </a:xfrm>
          <a:prstGeom prst="rect">
            <a:avLst/>
          </a:prstGeom>
        </p:spPr>
      </p:pic>
      <p:sp>
        <p:nvSpPr>
          <p:cNvPr id="5" name="Footer Placeholder 4">
            <a:extLst>
              <a:ext uri="{FF2B5EF4-FFF2-40B4-BE49-F238E27FC236}">
                <a16:creationId xmlns:a16="http://schemas.microsoft.com/office/drawing/2014/main" id="{7A160F49-DB9A-43F8-42FD-151BFE91352A}"/>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7" name="Slide Number Placeholder 6">
            <a:extLst>
              <a:ext uri="{FF2B5EF4-FFF2-40B4-BE49-F238E27FC236}">
                <a16:creationId xmlns:a16="http://schemas.microsoft.com/office/drawing/2014/main" id="{29567543-527A-A4CA-E626-76B307A7D576}"/>
              </a:ext>
            </a:extLst>
          </p:cNvPr>
          <p:cNvSpPr>
            <a:spLocks noGrp="1"/>
          </p:cNvSpPr>
          <p:nvPr>
            <p:ph type="sldNum" sz="quarter" idx="4"/>
          </p:nvPr>
        </p:nvSpPr>
        <p:spPr/>
        <p:txBody>
          <a:bodyPr/>
          <a:lstStyle/>
          <a:p>
            <a:fld id="{4081AA82-C1C2-924B-B843-6C0FB13ED72E}" type="slidenum">
              <a:rPr lang="en-US" smtClean="0"/>
              <a:t>29</a:t>
            </a:fld>
            <a:endParaRPr lang="en-US"/>
          </a:p>
        </p:txBody>
      </p:sp>
    </p:spTree>
    <p:extLst>
      <p:ext uri="{BB962C8B-B14F-4D97-AF65-F5344CB8AC3E}">
        <p14:creationId xmlns:p14="http://schemas.microsoft.com/office/powerpoint/2010/main" val="8137843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C07ED-0E8F-3341-BD66-CC6F287C0B94}"/>
              </a:ext>
            </a:extLst>
          </p:cNvPr>
          <p:cNvSpPr>
            <a:spLocks noGrp="1"/>
          </p:cNvSpPr>
          <p:nvPr>
            <p:ph type="title"/>
          </p:nvPr>
        </p:nvSpPr>
        <p:spPr/>
        <p:txBody>
          <a:bodyPr/>
          <a:lstStyle/>
          <a:p>
            <a:r>
              <a:rPr lang="en-US" dirty="0"/>
              <a:t>Zephyr® OS Devicetree</a:t>
            </a:r>
          </a:p>
        </p:txBody>
      </p:sp>
      <p:sp>
        <p:nvSpPr>
          <p:cNvPr id="3" name="Content Placeholder 2">
            <a:extLst>
              <a:ext uri="{FF2B5EF4-FFF2-40B4-BE49-F238E27FC236}">
                <a16:creationId xmlns:a16="http://schemas.microsoft.com/office/drawing/2014/main" id="{BE6B6E4B-58BC-984B-B688-8AAF041C561C}"/>
              </a:ext>
            </a:extLst>
          </p:cNvPr>
          <p:cNvSpPr>
            <a:spLocks noGrp="1"/>
          </p:cNvSpPr>
          <p:nvPr>
            <p:ph sz="quarter" idx="13"/>
          </p:nvPr>
        </p:nvSpPr>
        <p:spPr/>
        <p:txBody>
          <a:bodyPr vert="horz" lIns="121888" tIns="60944" rIns="121888" bIns="60944" rtlCol="0" anchor="t">
            <a:normAutofit/>
          </a:bodyPr>
          <a:lstStyle/>
          <a:p>
            <a:pPr>
              <a:buFont typeface="Arial" panose="020B0604020202020204" pitchFamily="34" charset="0"/>
              <a:buChar char="•"/>
            </a:pPr>
            <a:r>
              <a:rPr lang="en-US" dirty="0">
                <a:ea typeface="Calibri"/>
                <a:cs typeface="Calibri"/>
              </a:rPr>
              <a:t>What is an Overlay?</a:t>
            </a:r>
          </a:p>
          <a:p>
            <a:pPr>
              <a:buFont typeface="Arial" panose="020B0604020202020204" pitchFamily="34" charset="0"/>
              <a:buChar char="•"/>
            </a:pPr>
            <a:r>
              <a:rPr lang="en-US" dirty="0">
                <a:ea typeface="Calibri"/>
                <a:cs typeface="Calibri"/>
              </a:rPr>
              <a:t>Using an Overlay to extend or change a Device Configuration</a:t>
            </a:r>
          </a:p>
          <a:p>
            <a:pPr>
              <a:buFont typeface="Arial" panose="020B0604020202020204" pitchFamily="34" charset="0"/>
              <a:buChar char="•"/>
            </a:pPr>
            <a:endParaRPr lang="en-US" dirty="0">
              <a:ea typeface="Calibri"/>
              <a:cs typeface="Calibri"/>
            </a:endParaRPr>
          </a:p>
          <a:p>
            <a:pPr>
              <a:buFont typeface="Arial" panose="020B0604020202020204" pitchFamily="34" charset="0"/>
              <a:buChar char="•"/>
            </a:pPr>
            <a:endParaRPr lang="en-US" dirty="0">
              <a:ea typeface="Calibri"/>
              <a:cs typeface="Calibri"/>
            </a:endParaRPr>
          </a:p>
          <a:p>
            <a:pPr>
              <a:buFont typeface="Arial" panose="020B0604020202020204" pitchFamily="34" charset="0"/>
              <a:buChar char="•"/>
            </a:pPr>
            <a:endParaRPr lang="en-US" dirty="0">
              <a:ea typeface="Calibri"/>
              <a:cs typeface="Calibri"/>
            </a:endParaRPr>
          </a:p>
          <a:p>
            <a:pPr>
              <a:buFont typeface="Arial" panose="020B0604020202020204" pitchFamily="34" charset="0"/>
              <a:buChar char="•"/>
            </a:pPr>
            <a:endParaRPr lang="en-US" dirty="0">
              <a:ea typeface="Calibri"/>
              <a:cs typeface="Calibri"/>
            </a:endParaRPr>
          </a:p>
          <a:p>
            <a:pPr>
              <a:buFont typeface="Arial" panose="020B0604020202020204" pitchFamily="34" charset="0"/>
              <a:buChar char="•"/>
            </a:pPr>
            <a:endParaRPr lang="en-US" dirty="0">
              <a:ea typeface="Calibri"/>
              <a:cs typeface="Calibri"/>
            </a:endParaRPr>
          </a:p>
          <a:p>
            <a:pPr>
              <a:buFont typeface="Arial" panose="020B0604020202020204" pitchFamily="34" charset="0"/>
              <a:buChar char="•"/>
            </a:pPr>
            <a:endParaRPr lang="en-US" dirty="0">
              <a:ea typeface="Calibri"/>
              <a:cs typeface="Calibri"/>
            </a:endParaRPr>
          </a:p>
          <a:p>
            <a:pPr>
              <a:buFont typeface="Arial" panose="020B0604020202020204" pitchFamily="34" charset="0"/>
              <a:buChar char="•"/>
            </a:pPr>
            <a:endParaRPr lang="en-US" dirty="0">
              <a:ea typeface="Calibri"/>
              <a:cs typeface="Calibri"/>
            </a:endParaRPr>
          </a:p>
          <a:p>
            <a:pPr>
              <a:buFont typeface="Arial" panose="020B0604020202020204" pitchFamily="34" charset="0"/>
              <a:buChar char="•"/>
            </a:pPr>
            <a:endParaRPr lang="en-US" dirty="0">
              <a:ea typeface="Calibri"/>
              <a:cs typeface="Calibri"/>
            </a:endParaRPr>
          </a:p>
          <a:p>
            <a:pPr>
              <a:buFont typeface="Arial" panose="020B0604020202020204" pitchFamily="34" charset="0"/>
              <a:buChar char="•"/>
            </a:pPr>
            <a:endParaRPr lang="en-US" sz="500" b="0" dirty="0">
              <a:solidFill>
                <a:srgbClr val="333333"/>
              </a:solidFill>
              <a:latin typeface="Segoe UI"/>
              <a:ea typeface="Calibri"/>
              <a:cs typeface="Segoe UI"/>
            </a:endParaRPr>
          </a:p>
          <a:p>
            <a:pPr marL="273685" indent="-273685"/>
            <a:endParaRPr lang="en-US" dirty="0">
              <a:ea typeface="Calibri"/>
              <a:cs typeface="Calibri"/>
            </a:endParaRPr>
          </a:p>
        </p:txBody>
      </p:sp>
      <p:sp>
        <p:nvSpPr>
          <p:cNvPr id="5" name="Rectangle 4">
            <a:extLst>
              <a:ext uri="{FF2B5EF4-FFF2-40B4-BE49-F238E27FC236}">
                <a16:creationId xmlns:a16="http://schemas.microsoft.com/office/drawing/2014/main" id="{51023D8D-21C7-752C-EFA8-4CA7CDF09180}"/>
              </a:ext>
            </a:extLst>
          </p:cNvPr>
          <p:cNvSpPr/>
          <p:nvPr/>
        </p:nvSpPr>
        <p:spPr>
          <a:xfrm>
            <a:off x="3287477" y="4588371"/>
            <a:ext cx="4561115" cy="789210"/>
          </a:xfrm>
          <a:prstGeom prst="rect">
            <a:avLst/>
          </a:prstGeom>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t>boards/&lt;board&gt;.overlay -&gt;</a:t>
            </a:r>
          </a:p>
          <a:p>
            <a:pPr algn="ctr"/>
            <a:r>
              <a:rPr lang="en-US" dirty="0" err="1"/>
              <a:t>nodeA</a:t>
            </a:r>
            <a:r>
              <a:rPr lang="en-US" dirty="0"/>
              <a:t> { prop = &lt;0&gt; }</a:t>
            </a:r>
          </a:p>
        </p:txBody>
      </p:sp>
      <p:sp>
        <p:nvSpPr>
          <p:cNvPr id="7" name="Rounded Rectangle 6">
            <a:extLst>
              <a:ext uri="{FF2B5EF4-FFF2-40B4-BE49-F238E27FC236}">
                <a16:creationId xmlns:a16="http://schemas.microsoft.com/office/drawing/2014/main" id="{2D2BBCF4-6772-DAED-ABE8-0F9395C4F8B3}"/>
              </a:ext>
            </a:extLst>
          </p:cNvPr>
          <p:cNvSpPr/>
          <p:nvPr/>
        </p:nvSpPr>
        <p:spPr>
          <a:xfrm>
            <a:off x="8663892" y="4525776"/>
            <a:ext cx="2841171" cy="914400"/>
          </a:xfrm>
          <a:prstGeom prst="roundRect">
            <a:avLst/>
          </a:prstGeom>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err="1"/>
              <a:t>devicetree</a:t>
            </a:r>
            <a:r>
              <a:rPr lang="en-US" dirty="0"/>
              <a:t> .h</a:t>
            </a:r>
            <a:br>
              <a:rPr lang="en-US" dirty="0"/>
            </a:br>
            <a:r>
              <a:rPr lang="en-US" dirty="0" err="1"/>
              <a:t>nodeA</a:t>
            </a:r>
            <a:r>
              <a:rPr lang="en-US" dirty="0"/>
              <a:t> { prop = &lt;0&gt; }</a:t>
            </a:r>
          </a:p>
        </p:txBody>
      </p:sp>
      <p:cxnSp>
        <p:nvCxnSpPr>
          <p:cNvPr id="9" name="Straight Arrow Connector 8">
            <a:extLst>
              <a:ext uri="{FF2B5EF4-FFF2-40B4-BE49-F238E27FC236}">
                <a16:creationId xmlns:a16="http://schemas.microsoft.com/office/drawing/2014/main" id="{2BB6410F-D08C-3EE7-C7F4-A9FAF9F22638}"/>
              </a:ext>
            </a:extLst>
          </p:cNvPr>
          <p:cNvCxnSpPr>
            <a:cxnSpLocks/>
          </p:cNvCxnSpPr>
          <p:nvPr/>
        </p:nvCxnSpPr>
        <p:spPr>
          <a:xfrm>
            <a:off x="7848592" y="4982976"/>
            <a:ext cx="815300" cy="0"/>
          </a:xfrm>
          <a:prstGeom prst="straightConnector1">
            <a:avLst/>
          </a:prstGeom>
          <a:ln>
            <a:tailEnd type="triangle"/>
          </a:ln>
          <a:effectLst/>
        </p:spPr>
        <p:style>
          <a:lnRef idx="2">
            <a:schemeClr val="accent1"/>
          </a:lnRef>
          <a:fillRef idx="0">
            <a:schemeClr val="accent1"/>
          </a:fillRef>
          <a:effectRef idx="1">
            <a:schemeClr val="accent1"/>
          </a:effectRef>
          <a:fontRef idx="minor">
            <a:schemeClr val="tx1"/>
          </a:fontRef>
        </p:style>
      </p:cxnSp>
      <p:sp>
        <p:nvSpPr>
          <p:cNvPr id="23" name="Down Arrow 22">
            <a:extLst>
              <a:ext uri="{FF2B5EF4-FFF2-40B4-BE49-F238E27FC236}">
                <a16:creationId xmlns:a16="http://schemas.microsoft.com/office/drawing/2014/main" id="{CC8A1FDC-CF4F-626A-3196-A1DE250E14D8}"/>
              </a:ext>
            </a:extLst>
          </p:cNvPr>
          <p:cNvSpPr/>
          <p:nvPr/>
        </p:nvSpPr>
        <p:spPr>
          <a:xfrm>
            <a:off x="5127158" y="4036272"/>
            <a:ext cx="908964" cy="642257"/>
          </a:xfrm>
          <a:prstGeom prst="downArrow">
            <a:avLst/>
          </a:prstGeom>
          <a:ln/>
        </p:spPr>
        <p:style>
          <a:lnRef idx="2">
            <a:schemeClr val="accent3">
              <a:shade val="15000"/>
            </a:schemeClr>
          </a:lnRef>
          <a:fillRef idx="1">
            <a:schemeClr val="accent3"/>
          </a:fillRef>
          <a:effectRef idx="0">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 name="Rectangle 3">
            <a:extLst>
              <a:ext uri="{FF2B5EF4-FFF2-40B4-BE49-F238E27FC236}">
                <a16:creationId xmlns:a16="http://schemas.microsoft.com/office/drawing/2014/main" id="{5A453507-2DA3-C760-1AD6-835FC356F89D}"/>
              </a:ext>
            </a:extLst>
          </p:cNvPr>
          <p:cNvSpPr/>
          <p:nvPr/>
        </p:nvSpPr>
        <p:spPr>
          <a:xfrm>
            <a:off x="3287478" y="3378514"/>
            <a:ext cx="4561115" cy="789209"/>
          </a:xfrm>
          <a:prstGeom prst="rect">
            <a:avLst/>
          </a:prstGeom>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t>zephyr/&lt;board&gt;.dtsi -&gt;</a:t>
            </a:r>
          </a:p>
          <a:p>
            <a:pPr algn="ctr"/>
            <a:r>
              <a:rPr lang="en-US" dirty="0" err="1"/>
              <a:t>nodeA</a:t>
            </a:r>
            <a:r>
              <a:rPr lang="en-US"/>
              <a:t> { prop = &lt;0xFF&gt; }</a:t>
            </a:r>
          </a:p>
        </p:txBody>
      </p:sp>
      <p:sp>
        <p:nvSpPr>
          <p:cNvPr id="22" name="Down Arrow 21">
            <a:extLst>
              <a:ext uri="{FF2B5EF4-FFF2-40B4-BE49-F238E27FC236}">
                <a16:creationId xmlns:a16="http://schemas.microsoft.com/office/drawing/2014/main" id="{2A5A8615-9E9B-B17F-794A-A4F5D03142CE}"/>
              </a:ext>
            </a:extLst>
          </p:cNvPr>
          <p:cNvSpPr/>
          <p:nvPr/>
        </p:nvSpPr>
        <p:spPr>
          <a:xfrm>
            <a:off x="5113554" y="2944979"/>
            <a:ext cx="908964" cy="634094"/>
          </a:xfrm>
          <a:prstGeom prst="downArrow">
            <a:avLst/>
          </a:prstGeom>
          <a:ln/>
        </p:spPr>
        <p:style>
          <a:lnRef idx="2">
            <a:schemeClr val="accent3">
              <a:shade val="15000"/>
            </a:schemeClr>
          </a:lnRef>
          <a:fillRef idx="1">
            <a:schemeClr val="accent3"/>
          </a:fillRef>
          <a:effectRef idx="0">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Rectangle 5">
            <a:extLst>
              <a:ext uri="{FF2B5EF4-FFF2-40B4-BE49-F238E27FC236}">
                <a16:creationId xmlns:a16="http://schemas.microsoft.com/office/drawing/2014/main" id="{DEA857D6-A12D-67C1-C22E-C637AF2D3DAD}"/>
              </a:ext>
            </a:extLst>
          </p:cNvPr>
          <p:cNvSpPr/>
          <p:nvPr/>
        </p:nvSpPr>
        <p:spPr>
          <a:xfrm>
            <a:off x="3287477" y="2218555"/>
            <a:ext cx="4561115" cy="795092"/>
          </a:xfrm>
          <a:prstGeom prst="rect">
            <a:avLst/>
          </a:prstGeom>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t>&lt;</a:t>
            </a:r>
            <a:r>
              <a:rPr lang="en-US" err="1"/>
              <a:t>SOCdevice</a:t>
            </a:r>
            <a:r>
              <a:rPr lang="en-US"/>
              <a:t>&gt;.</a:t>
            </a:r>
            <a:r>
              <a:rPr lang="en-US" err="1"/>
              <a:t>dtsi</a:t>
            </a:r>
            <a:r>
              <a:rPr lang="en-US"/>
              <a:t> -&gt; </a:t>
            </a:r>
            <a:br>
              <a:rPr lang="en-US"/>
            </a:br>
            <a:r>
              <a:rPr lang="en-US" err="1"/>
              <a:t>nodeA</a:t>
            </a:r>
            <a:r>
              <a:rPr lang="en-US"/>
              <a:t> { prop = &lt;2&gt; }</a:t>
            </a:r>
          </a:p>
        </p:txBody>
      </p:sp>
      <p:sp>
        <p:nvSpPr>
          <p:cNvPr id="8" name="Footer Placeholder 7">
            <a:extLst>
              <a:ext uri="{FF2B5EF4-FFF2-40B4-BE49-F238E27FC236}">
                <a16:creationId xmlns:a16="http://schemas.microsoft.com/office/drawing/2014/main" id="{7B1BB64A-C7E3-1B03-13F4-571B16FE65EE}"/>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10" name="Slide Number Placeholder 9">
            <a:extLst>
              <a:ext uri="{FF2B5EF4-FFF2-40B4-BE49-F238E27FC236}">
                <a16:creationId xmlns:a16="http://schemas.microsoft.com/office/drawing/2014/main" id="{87283E75-74FE-BB6C-F7AD-6FF0894FB2A3}"/>
              </a:ext>
            </a:extLst>
          </p:cNvPr>
          <p:cNvSpPr>
            <a:spLocks noGrp="1"/>
          </p:cNvSpPr>
          <p:nvPr>
            <p:ph type="sldNum" sz="quarter" idx="4"/>
          </p:nvPr>
        </p:nvSpPr>
        <p:spPr/>
        <p:txBody>
          <a:bodyPr/>
          <a:lstStyle/>
          <a:p>
            <a:fld id="{4081AA82-C1C2-924B-B843-6C0FB13ED72E}" type="slidenum">
              <a:rPr lang="en-US" smtClean="0"/>
              <a:t>30</a:t>
            </a:fld>
            <a:endParaRPr lang="en-US"/>
          </a:p>
        </p:txBody>
      </p:sp>
    </p:spTree>
    <p:extLst>
      <p:ext uri="{BB962C8B-B14F-4D97-AF65-F5344CB8AC3E}">
        <p14:creationId xmlns:p14="http://schemas.microsoft.com/office/powerpoint/2010/main" val="3402689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23" grpId="0" animBg="1"/>
      <p:bldP spid="4" grpId="0" animBg="1"/>
      <p:bldP spid="22" grpId="0" animBg="1"/>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C07ED-0E8F-3341-BD66-CC6F287C0B94}"/>
              </a:ext>
            </a:extLst>
          </p:cNvPr>
          <p:cNvSpPr>
            <a:spLocks noGrp="1"/>
          </p:cNvSpPr>
          <p:nvPr>
            <p:ph type="title"/>
          </p:nvPr>
        </p:nvSpPr>
        <p:spPr/>
        <p:txBody>
          <a:bodyPr/>
          <a:lstStyle/>
          <a:p>
            <a:r>
              <a:rPr lang="en-US" sz="4000" dirty="0"/>
              <a:t>Zephyr® OS - </a:t>
            </a:r>
            <a:r>
              <a:rPr lang="en-US" sz="4000" dirty="0">
                <a:latin typeface="Calibri"/>
                <a:ea typeface="Calibri"/>
                <a:cs typeface="Calibri"/>
              </a:rPr>
              <a:t>Using a </a:t>
            </a:r>
            <a:r>
              <a:rPr lang="en-US" sz="4000" dirty="0" err="1">
                <a:latin typeface="Calibri"/>
                <a:ea typeface="Calibri"/>
                <a:cs typeface="Calibri"/>
              </a:rPr>
              <a:t>Devicetree</a:t>
            </a:r>
            <a:r>
              <a:rPr lang="en-US" sz="4000" dirty="0">
                <a:latin typeface="Calibri"/>
                <a:ea typeface="Calibri"/>
                <a:cs typeface="Calibri"/>
              </a:rPr>
              <a:t> Device in </a:t>
            </a:r>
            <a:r>
              <a:rPr lang="en-US" dirty="0">
                <a:latin typeface="Calibri"/>
                <a:ea typeface="Calibri"/>
                <a:cs typeface="Calibri"/>
              </a:rPr>
              <a:t>Y</a:t>
            </a:r>
            <a:r>
              <a:rPr lang="en-US" sz="4000" dirty="0">
                <a:latin typeface="Calibri"/>
                <a:ea typeface="Calibri"/>
                <a:cs typeface="Calibri"/>
              </a:rPr>
              <a:t>our </a:t>
            </a:r>
            <a:r>
              <a:rPr lang="en-US" dirty="0">
                <a:latin typeface="Calibri"/>
                <a:ea typeface="Calibri"/>
                <a:cs typeface="Calibri"/>
              </a:rPr>
              <a:t>C</a:t>
            </a:r>
            <a:r>
              <a:rPr lang="en-US" sz="4000" dirty="0">
                <a:latin typeface="Calibri"/>
                <a:ea typeface="Calibri"/>
                <a:cs typeface="Calibri"/>
              </a:rPr>
              <a:t>ode</a:t>
            </a:r>
            <a:br>
              <a:rPr lang="en-US" dirty="0">
                <a:latin typeface="Calibri"/>
                <a:ea typeface="Calibri"/>
                <a:cs typeface="Calibri"/>
              </a:rPr>
            </a:br>
            <a:endParaRPr lang="en-US" dirty="0"/>
          </a:p>
        </p:txBody>
      </p:sp>
      <p:sp>
        <p:nvSpPr>
          <p:cNvPr id="3" name="Content Placeholder 2">
            <a:extLst>
              <a:ext uri="{FF2B5EF4-FFF2-40B4-BE49-F238E27FC236}">
                <a16:creationId xmlns:a16="http://schemas.microsoft.com/office/drawing/2014/main" id="{BE6B6E4B-58BC-984B-B688-8AAF041C561C}"/>
              </a:ext>
            </a:extLst>
          </p:cNvPr>
          <p:cNvSpPr>
            <a:spLocks noGrp="1"/>
          </p:cNvSpPr>
          <p:nvPr>
            <p:ph sz="quarter" idx="13"/>
          </p:nvPr>
        </p:nvSpPr>
        <p:spPr/>
        <p:txBody>
          <a:bodyPr vert="horz" lIns="121888" tIns="60944" rIns="121888" bIns="60944" rtlCol="0" anchor="t">
            <a:normAutofit/>
          </a:bodyPr>
          <a:lstStyle/>
          <a:p>
            <a:pPr marL="0" indent="0">
              <a:buNone/>
            </a:pPr>
            <a:endParaRPr lang="en-US" sz="900" b="0" dirty="0">
              <a:solidFill>
                <a:srgbClr val="333333"/>
              </a:solidFill>
              <a:latin typeface="Segoe UI"/>
              <a:ea typeface="Calibri"/>
              <a:cs typeface="Segoe UI"/>
            </a:endParaRPr>
          </a:p>
          <a:p>
            <a:pPr marL="273685" indent="-273685"/>
            <a:r>
              <a:rPr lang="en-US" dirty="0">
                <a:ea typeface="Calibri"/>
                <a:cs typeface="Calibri"/>
              </a:rPr>
              <a:t>Get a node identifier</a:t>
            </a:r>
          </a:p>
          <a:p>
            <a:pPr marL="0" indent="0">
              <a:buNone/>
            </a:pPr>
            <a:r>
              <a:rPr lang="en-US" sz="1100" b="0" dirty="0">
                <a:latin typeface="Courier New" panose="02070309020205020404" pitchFamily="49" charset="0"/>
                <a:ea typeface="Calibri"/>
                <a:cs typeface="Courier New" panose="02070309020205020404" pitchFamily="49" charset="0"/>
              </a:rPr>
              <a:t>   /* Option 1: by node label */</a:t>
            </a:r>
          </a:p>
          <a:p>
            <a:pPr marL="0" indent="0">
              <a:buNone/>
            </a:pPr>
            <a:r>
              <a:rPr lang="en-US" sz="1100" b="0" dirty="0">
                <a:latin typeface="Courier New" panose="02070309020205020404" pitchFamily="49" charset="0"/>
                <a:ea typeface="Calibri"/>
                <a:cs typeface="Courier New" panose="02070309020205020404" pitchFamily="49" charset="0"/>
              </a:rPr>
              <a:t>   #define MY_SERIAL DT_NODELABEL(serial0)</a:t>
            </a:r>
          </a:p>
          <a:p>
            <a:pPr marL="0" indent="0">
              <a:buNone/>
            </a:pPr>
            <a:endParaRPr lang="en-US" sz="1100" b="0" dirty="0">
              <a:latin typeface="Courier New" panose="02070309020205020404" pitchFamily="49" charset="0"/>
              <a:ea typeface="Calibri"/>
              <a:cs typeface="Courier New" panose="02070309020205020404" pitchFamily="49" charset="0"/>
            </a:endParaRPr>
          </a:p>
          <a:p>
            <a:pPr marL="0" indent="0">
              <a:buNone/>
            </a:pPr>
            <a:r>
              <a:rPr lang="en-US" sz="1100" b="0" dirty="0">
                <a:latin typeface="Courier New" panose="02070309020205020404" pitchFamily="49" charset="0"/>
                <a:ea typeface="Calibri"/>
                <a:cs typeface="Courier New" panose="02070309020205020404" pitchFamily="49" charset="0"/>
              </a:rPr>
              <a:t>   /* Option 2: by alias */</a:t>
            </a:r>
          </a:p>
          <a:p>
            <a:pPr marL="0" indent="0">
              <a:buNone/>
            </a:pPr>
            <a:r>
              <a:rPr lang="en-US" sz="1100" b="0" dirty="0">
                <a:latin typeface="Courier New" panose="02070309020205020404" pitchFamily="49" charset="0"/>
                <a:ea typeface="Calibri"/>
                <a:cs typeface="Courier New" panose="02070309020205020404" pitchFamily="49" charset="0"/>
              </a:rPr>
              <a:t>   #define MY_SERIAL DT_ALIAS(</a:t>
            </a:r>
            <a:r>
              <a:rPr lang="en-US" sz="1100" b="0" dirty="0" err="1">
                <a:latin typeface="Courier New" panose="02070309020205020404" pitchFamily="49" charset="0"/>
                <a:ea typeface="Calibri"/>
                <a:cs typeface="Courier New" panose="02070309020205020404" pitchFamily="49" charset="0"/>
              </a:rPr>
              <a:t>my_serial</a:t>
            </a:r>
            <a:r>
              <a:rPr lang="en-US" sz="1100" b="0" dirty="0">
                <a:latin typeface="Courier New" panose="02070309020205020404" pitchFamily="49" charset="0"/>
                <a:ea typeface="Calibri"/>
                <a:cs typeface="Courier New" panose="02070309020205020404" pitchFamily="49" charset="0"/>
              </a:rPr>
              <a:t>)</a:t>
            </a:r>
          </a:p>
          <a:p>
            <a:pPr marL="0" indent="0">
              <a:buNone/>
            </a:pPr>
            <a:endParaRPr lang="en-US" sz="1100" b="0" dirty="0">
              <a:latin typeface="Courier New" panose="02070309020205020404" pitchFamily="49" charset="0"/>
              <a:ea typeface="Calibri"/>
              <a:cs typeface="Courier New" panose="02070309020205020404" pitchFamily="49" charset="0"/>
            </a:endParaRPr>
          </a:p>
          <a:p>
            <a:pPr marL="0" indent="0">
              <a:buNone/>
            </a:pPr>
            <a:r>
              <a:rPr lang="en-US" sz="1100" b="0" dirty="0">
                <a:latin typeface="Courier New" panose="02070309020205020404" pitchFamily="49" charset="0"/>
                <a:ea typeface="Calibri"/>
                <a:cs typeface="Courier New" panose="02070309020205020404" pitchFamily="49" charset="0"/>
              </a:rPr>
              <a:t>   /* Option 3: by chosen node */</a:t>
            </a:r>
          </a:p>
          <a:p>
            <a:pPr marL="0" indent="0">
              <a:buNone/>
            </a:pPr>
            <a:r>
              <a:rPr lang="en-US" sz="1100" b="0" dirty="0">
                <a:latin typeface="Courier New" panose="02070309020205020404" pitchFamily="49" charset="0"/>
                <a:ea typeface="Calibri"/>
                <a:cs typeface="Courier New" panose="02070309020205020404" pitchFamily="49" charset="0"/>
              </a:rPr>
              <a:t>   #define MY_SERIAL DT_CHOSEN(</a:t>
            </a:r>
            <a:r>
              <a:rPr lang="en-US" sz="1100" b="0" dirty="0" err="1">
                <a:latin typeface="Courier New" panose="02070309020205020404" pitchFamily="49" charset="0"/>
                <a:ea typeface="Calibri"/>
                <a:cs typeface="Courier New" panose="02070309020205020404" pitchFamily="49" charset="0"/>
              </a:rPr>
              <a:t>zephyr_console</a:t>
            </a:r>
            <a:r>
              <a:rPr lang="en-US" sz="1100" b="0" dirty="0">
                <a:latin typeface="Courier New" panose="02070309020205020404" pitchFamily="49" charset="0"/>
                <a:ea typeface="Calibri"/>
                <a:cs typeface="Courier New" panose="02070309020205020404" pitchFamily="49" charset="0"/>
              </a:rPr>
              <a:t>)</a:t>
            </a:r>
          </a:p>
          <a:p>
            <a:pPr marL="0" indent="0">
              <a:buNone/>
            </a:pPr>
            <a:endParaRPr lang="en-US" sz="1100" b="0" dirty="0">
              <a:latin typeface="Courier New" panose="02070309020205020404" pitchFamily="49" charset="0"/>
              <a:ea typeface="Calibri"/>
              <a:cs typeface="Courier New" panose="02070309020205020404" pitchFamily="49" charset="0"/>
            </a:endParaRPr>
          </a:p>
          <a:p>
            <a:pPr marL="0" indent="0">
              <a:buNone/>
            </a:pPr>
            <a:r>
              <a:rPr lang="en-US" sz="1100" b="0" dirty="0">
                <a:latin typeface="Courier New" panose="02070309020205020404" pitchFamily="49" charset="0"/>
                <a:ea typeface="Calibri"/>
                <a:cs typeface="Courier New" panose="02070309020205020404" pitchFamily="49" charset="0"/>
              </a:rPr>
              <a:t>   /* Option 4: by path */</a:t>
            </a:r>
          </a:p>
          <a:p>
            <a:pPr marL="0" indent="0">
              <a:buNone/>
            </a:pPr>
            <a:r>
              <a:rPr lang="en-US" sz="1100" b="0" dirty="0">
                <a:latin typeface="Courier New" panose="02070309020205020404" pitchFamily="49" charset="0"/>
                <a:ea typeface="Calibri"/>
                <a:cs typeface="Courier New" panose="02070309020205020404" pitchFamily="49" charset="0"/>
              </a:rPr>
              <a:t>   #define MY_SERIAL DT_PATH(soc, serial_40002000)</a:t>
            </a:r>
          </a:p>
          <a:p>
            <a:pPr marL="0" indent="0">
              <a:buNone/>
            </a:pPr>
            <a:endParaRPr lang="en-US" sz="1200" b="0" dirty="0">
              <a:latin typeface="Courier New" panose="02070309020205020404" pitchFamily="49" charset="0"/>
              <a:ea typeface="Calibri"/>
              <a:cs typeface="Courier New" panose="02070309020205020404" pitchFamily="49" charset="0"/>
            </a:endParaRPr>
          </a:p>
          <a:p>
            <a:r>
              <a:rPr lang="en-US" dirty="0">
                <a:latin typeface="+mj-lt"/>
                <a:ea typeface="Calibri"/>
                <a:cs typeface="Courier New" panose="02070309020205020404" pitchFamily="49" charset="0"/>
              </a:rPr>
              <a:t>Get a device handle</a:t>
            </a:r>
            <a:br>
              <a:rPr lang="en-US" dirty="0">
                <a:latin typeface="+mj-lt"/>
                <a:ea typeface="Calibri"/>
                <a:cs typeface="Courier New" panose="02070309020205020404" pitchFamily="49" charset="0"/>
              </a:rPr>
            </a:br>
            <a:r>
              <a:rPr lang="en-US" sz="1200" b="0" dirty="0">
                <a:effectLst/>
                <a:latin typeface="Courier New" panose="02070309020205020404" pitchFamily="49" charset="0"/>
                <a:cs typeface="Courier New" panose="02070309020205020404" pitchFamily="49" charset="0"/>
              </a:rPr>
              <a:t>const</a:t>
            </a:r>
            <a:r>
              <a:rPr lang="en-US" sz="1200" b="0" dirty="0">
                <a:solidFill>
                  <a:srgbClr val="BBBBBB"/>
                </a:solidFill>
                <a:effectLst/>
                <a:latin typeface="Courier New" panose="02070309020205020404" pitchFamily="49" charset="0"/>
                <a:cs typeface="Courier New" panose="02070309020205020404" pitchFamily="49" charset="0"/>
              </a:rPr>
              <a:t> </a:t>
            </a:r>
            <a:r>
              <a:rPr lang="en-US" sz="1200" b="0" dirty="0">
                <a:effectLst/>
                <a:latin typeface="Courier New" panose="02070309020205020404" pitchFamily="49" charset="0"/>
                <a:cs typeface="Courier New" panose="02070309020205020404" pitchFamily="49" charset="0"/>
              </a:rPr>
              <a:t>struct</a:t>
            </a:r>
            <a:r>
              <a:rPr lang="en-US" sz="1200" b="0" dirty="0">
                <a:solidFill>
                  <a:srgbClr val="BBBBBB"/>
                </a:solidFill>
                <a:effectLst/>
                <a:latin typeface="Courier New" panose="02070309020205020404" pitchFamily="49" charset="0"/>
                <a:cs typeface="Courier New" panose="02070309020205020404" pitchFamily="49" charset="0"/>
              </a:rPr>
              <a:t> </a:t>
            </a:r>
            <a:r>
              <a:rPr lang="en-US" sz="1200" b="0" dirty="0">
                <a:effectLst/>
                <a:latin typeface="Courier New" panose="02070309020205020404" pitchFamily="49" charset="0"/>
                <a:cs typeface="Courier New" panose="02070309020205020404" pitchFamily="49" charset="0"/>
              </a:rPr>
              <a:t>device</a:t>
            </a:r>
            <a:r>
              <a:rPr lang="en-US" sz="1200" b="0" dirty="0">
                <a:solidFill>
                  <a:srgbClr val="BBBBBB"/>
                </a:solidFill>
                <a:effectLst/>
                <a:latin typeface="Courier New" panose="02070309020205020404" pitchFamily="49" charset="0"/>
                <a:cs typeface="Courier New" panose="02070309020205020404" pitchFamily="49" charset="0"/>
              </a:rPr>
              <a:t> </a:t>
            </a:r>
            <a:r>
              <a:rPr lang="en-US" sz="1200" b="0" dirty="0">
                <a:effectLst/>
                <a:latin typeface="Courier New" panose="02070309020205020404" pitchFamily="49" charset="0"/>
                <a:cs typeface="Courier New" panose="02070309020205020404" pitchFamily="49" charset="0"/>
              </a:rPr>
              <a:t>*const</a:t>
            </a:r>
            <a:r>
              <a:rPr lang="en-US" sz="1200" b="0" dirty="0">
                <a:solidFill>
                  <a:srgbClr val="BBBBBB"/>
                </a:solidFill>
                <a:effectLst/>
                <a:latin typeface="Courier New" panose="02070309020205020404" pitchFamily="49" charset="0"/>
                <a:cs typeface="Courier New" panose="02070309020205020404" pitchFamily="49" charset="0"/>
              </a:rPr>
              <a:t> </a:t>
            </a:r>
            <a:r>
              <a:rPr lang="en-US" sz="1200" b="0" dirty="0" err="1">
                <a:effectLst/>
                <a:latin typeface="Courier New" panose="02070309020205020404" pitchFamily="49" charset="0"/>
                <a:cs typeface="Courier New" panose="02070309020205020404" pitchFamily="49" charset="0"/>
              </a:rPr>
              <a:t>uart_dev</a:t>
            </a:r>
            <a:r>
              <a:rPr lang="en-US" sz="1200" b="0" dirty="0">
                <a:solidFill>
                  <a:srgbClr val="BBBBBB"/>
                </a:solidFill>
                <a:effectLst/>
                <a:latin typeface="Courier New" panose="02070309020205020404" pitchFamily="49" charset="0"/>
                <a:cs typeface="Courier New" panose="02070309020205020404" pitchFamily="49" charset="0"/>
              </a:rPr>
              <a:t> </a:t>
            </a:r>
            <a:r>
              <a:rPr lang="en-US" sz="1200" b="0" dirty="0">
                <a:effectLst/>
                <a:latin typeface="Courier New" panose="02070309020205020404" pitchFamily="49" charset="0"/>
                <a:cs typeface="Courier New" panose="02070309020205020404" pitchFamily="49" charset="0"/>
              </a:rPr>
              <a:t>=</a:t>
            </a:r>
            <a:r>
              <a:rPr lang="en-US" sz="1200" b="0" dirty="0">
                <a:solidFill>
                  <a:srgbClr val="BBBBBB"/>
                </a:solidFill>
                <a:effectLst/>
                <a:latin typeface="Courier New" panose="02070309020205020404" pitchFamily="49" charset="0"/>
                <a:cs typeface="Courier New" panose="02070309020205020404" pitchFamily="49" charset="0"/>
              </a:rPr>
              <a:t> </a:t>
            </a:r>
            <a:r>
              <a:rPr lang="en-US" sz="1200" b="0" dirty="0">
                <a:effectLst/>
                <a:latin typeface="Courier New" panose="02070309020205020404" pitchFamily="49" charset="0"/>
                <a:cs typeface="Courier New" panose="02070309020205020404" pitchFamily="49" charset="0"/>
              </a:rPr>
              <a:t>DEVICE_DT_GET(MY_SERIAL);</a:t>
            </a:r>
            <a:r>
              <a:rPr lang="en-US" sz="1200" b="0" dirty="0">
                <a:latin typeface="Courier New" panose="02070309020205020404" pitchFamily="49" charset="0"/>
                <a:cs typeface="Courier New" panose="02070309020205020404" pitchFamily="49" charset="0"/>
              </a:rPr>
              <a:t> </a:t>
            </a:r>
            <a:br>
              <a:rPr lang="en-US" sz="1200" b="0" dirty="0">
                <a:latin typeface="Courier New" panose="02070309020205020404" pitchFamily="49" charset="0"/>
                <a:cs typeface="Courier New" panose="02070309020205020404" pitchFamily="49" charset="0"/>
              </a:rPr>
            </a:br>
            <a:br>
              <a:rPr lang="en-US" sz="1200" b="0" dirty="0">
                <a:latin typeface="Courier New" panose="02070309020205020404" pitchFamily="49" charset="0"/>
                <a:cs typeface="Courier New" panose="02070309020205020404" pitchFamily="49" charset="0"/>
              </a:rPr>
            </a:br>
            <a:r>
              <a:rPr lang="en-US" sz="1200" b="0" dirty="0">
                <a:effectLst/>
                <a:latin typeface="Courier New" panose="02070309020205020404" pitchFamily="49" charset="0"/>
                <a:cs typeface="Courier New" panose="02070309020205020404" pitchFamily="49" charset="0"/>
              </a:rPr>
              <a:t>if</a:t>
            </a:r>
            <a:r>
              <a:rPr lang="en-US" sz="1200" b="0" dirty="0">
                <a:solidFill>
                  <a:srgbClr val="BBBBBB"/>
                </a:solidFill>
                <a:effectLst/>
                <a:latin typeface="Courier New" panose="02070309020205020404" pitchFamily="49" charset="0"/>
                <a:cs typeface="Courier New" panose="02070309020205020404" pitchFamily="49" charset="0"/>
              </a:rPr>
              <a:t> </a:t>
            </a:r>
            <a:r>
              <a:rPr lang="en-US" sz="1200" b="0" dirty="0">
                <a:effectLst/>
                <a:latin typeface="Courier New" panose="02070309020205020404" pitchFamily="49" charset="0"/>
                <a:cs typeface="Courier New" panose="02070309020205020404" pitchFamily="49" charset="0"/>
              </a:rPr>
              <a:t>(!</a:t>
            </a:r>
            <a:r>
              <a:rPr lang="en-US" sz="1200" b="0" dirty="0" err="1">
                <a:effectLst/>
                <a:latin typeface="Courier New" panose="02070309020205020404" pitchFamily="49" charset="0"/>
                <a:cs typeface="Courier New" panose="02070309020205020404" pitchFamily="49" charset="0"/>
              </a:rPr>
              <a:t>device_is_ready</a:t>
            </a:r>
            <a:r>
              <a:rPr lang="en-US" sz="1200" b="0" dirty="0">
                <a:effectLst/>
                <a:latin typeface="Courier New" panose="02070309020205020404" pitchFamily="49" charset="0"/>
                <a:cs typeface="Courier New" panose="02070309020205020404" pitchFamily="49" charset="0"/>
              </a:rPr>
              <a:t>(</a:t>
            </a:r>
            <a:r>
              <a:rPr lang="en-US" sz="1200" b="0" dirty="0" err="1">
                <a:effectLst/>
                <a:latin typeface="Courier New" panose="02070309020205020404" pitchFamily="49" charset="0"/>
                <a:cs typeface="Courier New" panose="02070309020205020404" pitchFamily="49" charset="0"/>
              </a:rPr>
              <a:t>uart_dev</a:t>
            </a:r>
            <a:r>
              <a:rPr lang="en-US" sz="1200" b="0" dirty="0">
                <a:effectLst/>
                <a:latin typeface="Courier New" panose="02070309020205020404" pitchFamily="49" charset="0"/>
                <a:cs typeface="Courier New" panose="02070309020205020404" pitchFamily="49" charset="0"/>
              </a:rPr>
              <a:t>))</a:t>
            </a:r>
            <a:r>
              <a:rPr lang="en-US" sz="1200" b="0" dirty="0">
                <a:solidFill>
                  <a:srgbClr val="BBBBBB"/>
                </a:solidFill>
                <a:effectLst/>
                <a:latin typeface="Courier New" panose="02070309020205020404" pitchFamily="49" charset="0"/>
                <a:cs typeface="Courier New" panose="02070309020205020404" pitchFamily="49" charset="0"/>
              </a:rPr>
              <a:t> </a:t>
            </a:r>
            <a:br>
              <a:rPr lang="en-US" sz="1200" b="0" dirty="0">
                <a:solidFill>
                  <a:srgbClr val="BBBBBB"/>
                </a:solidFill>
                <a:effectLst/>
                <a:latin typeface="Courier New" panose="02070309020205020404" pitchFamily="49" charset="0"/>
                <a:cs typeface="Courier New" panose="02070309020205020404" pitchFamily="49" charset="0"/>
              </a:rPr>
            </a:br>
            <a:r>
              <a:rPr lang="en-US" sz="1200" b="0" dirty="0">
                <a:effectLst/>
                <a:latin typeface="Courier New" panose="02070309020205020404" pitchFamily="49" charset="0"/>
                <a:cs typeface="Courier New" panose="02070309020205020404" pitchFamily="49" charset="0"/>
              </a:rPr>
              <a:t>{</a:t>
            </a:r>
            <a:r>
              <a:rPr lang="en-US" sz="1200" b="0" dirty="0">
                <a:latin typeface="Courier New" panose="02070309020205020404" pitchFamily="49" charset="0"/>
                <a:cs typeface="Courier New" panose="02070309020205020404" pitchFamily="49" charset="0"/>
              </a:rPr>
              <a:t> </a:t>
            </a:r>
            <a:br>
              <a:rPr lang="en-US" sz="1200" b="0" dirty="0">
                <a:latin typeface="Courier New" panose="02070309020205020404" pitchFamily="49" charset="0"/>
                <a:cs typeface="Courier New" panose="02070309020205020404" pitchFamily="49" charset="0"/>
              </a:rPr>
            </a:br>
            <a:r>
              <a:rPr lang="en-US" sz="1200" b="0" dirty="0">
                <a:latin typeface="Courier New" panose="02070309020205020404" pitchFamily="49" charset="0"/>
                <a:cs typeface="Courier New" panose="02070309020205020404" pitchFamily="49" charset="0"/>
              </a:rPr>
              <a:t>     </a:t>
            </a:r>
            <a:r>
              <a:rPr lang="en-US" sz="1200" b="0" i="1" dirty="0">
                <a:effectLst/>
                <a:latin typeface="Courier New" panose="02070309020205020404" pitchFamily="49" charset="0"/>
                <a:cs typeface="Courier New" panose="02070309020205020404" pitchFamily="49" charset="0"/>
              </a:rPr>
              <a:t>/* Not ready, do not use */</a:t>
            </a:r>
            <a:r>
              <a:rPr lang="en-US" sz="1200" b="0" dirty="0">
                <a:latin typeface="Courier New" panose="02070309020205020404" pitchFamily="49" charset="0"/>
                <a:cs typeface="Courier New" panose="02070309020205020404" pitchFamily="49" charset="0"/>
              </a:rPr>
              <a:t> </a:t>
            </a:r>
            <a:br>
              <a:rPr lang="en-US" sz="1200" b="0" dirty="0">
                <a:latin typeface="Courier New" panose="02070309020205020404" pitchFamily="49" charset="0"/>
                <a:cs typeface="Courier New" panose="02070309020205020404" pitchFamily="49" charset="0"/>
              </a:rPr>
            </a:br>
            <a:r>
              <a:rPr lang="en-US" sz="1200" b="0" dirty="0">
                <a:latin typeface="Courier New" panose="02070309020205020404" pitchFamily="49" charset="0"/>
                <a:cs typeface="Courier New" panose="02070309020205020404" pitchFamily="49" charset="0"/>
              </a:rPr>
              <a:t>     </a:t>
            </a:r>
            <a:r>
              <a:rPr lang="en-US" sz="1200" b="0" dirty="0">
                <a:effectLst/>
                <a:latin typeface="Courier New" panose="02070309020205020404" pitchFamily="49" charset="0"/>
                <a:cs typeface="Courier New" panose="02070309020205020404" pitchFamily="49" charset="0"/>
              </a:rPr>
              <a:t>return</a:t>
            </a:r>
            <a:r>
              <a:rPr lang="en-US" sz="1200" b="0" dirty="0">
                <a:solidFill>
                  <a:srgbClr val="BBBBBB"/>
                </a:solidFill>
                <a:effectLst/>
                <a:latin typeface="Courier New" panose="02070309020205020404" pitchFamily="49" charset="0"/>
                <a:cs typeface="Courier New" panose="02070309020205020404" pitchFamily="49" charset="0"/>
              </a:rPr>
              <a:t> </a:t>
            </a:r>
            <a:r>
              <a:rPr lang="en-US" sz="1200" b="0" dirty="0">
                <a:effectLst/>
                <a:latin typeface="Courier New" panose="02070309020205020404" pitchFamily="49" charset="0"/>
                <a:cs typeface="Courier New" panose="02070309020205020404" pitchFamily="49" charset="0"/>
              </a:rPr>
              <a:t>-ENODEV;</a:t>
            </a:r>
            <a:r>
              <a:rPr lang="en-US" sz="1200" b="0" dirty="0">
                <a:latin typeface="Courier New" panose="02070309020205020404" pitchFamily="49" charset="0"/>
                <a:cs typeface="Courier New" panose="02070309020205020404" pitchFamily="49" charset="0"/>
              </a:rPr>
              <a:t> </a:t>
            </a:r>
            <a:br>
              <a:rPr lang="en-US" sz="1200" b="0" dirty="0">
                <a:latin typeface="Courier New" panose="02070309020205020404" pitchFamily="49" charset="0"/>
                <a:cs typeface="Courier New" panose="02070309020205020404" pitchFamily="49" charset="0"/>
              </a:rPr>
            </a:br>
            <a:r>
              <a:rPr lang="en-US" sz="1200" b="0" dirty="0">
                <a:effectLst/>
                <a:latin typeface="Courier New" panose="02070309020205020404" pitchFamily="49" charset="0"/>
                <a:cs typeface="Courier New" panose="02070309020205020404" pitchFamily="49" charset="0"/>
              </a:rPr>
              <a:t>}</a:t>
            </a:r>
            <a:endParaRPr lang="en-US" sz="1200" b="0" dirty="0">
              <a:latin typeface="Courier New" panose="02070309020205020404" pitchFamily="49" charset="0"/>
              <a:ea typeface="Calibri"/>
              <a:cs typeface="Courier New" panose="02070309020205020404" pitchFamily="49" charset="0"/>
            </a:endParaRPr>
          </a:p>
        </p:txBody>
      </p:sp>
      <p:sp>
        <p:nvSpPr>
          <p:cNvPr id="4" name="Footer Placeholder 3">
            <a:extLst>
              <a:ext uri="{FF2B5EF4-FFF2-40B4-BE49-F238E27FC236}">
                <a16:creationId xmlns:a16="http://schemas.microsoft.com/office/drawing/2014/main" id="{B27EEDFF-9157-8718-1117-C6834F5FC606}"/>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5" name="Slide Number Placeholder 4">
            <a:extLst>
              <a:ext uri="{FF2B5EF4-FFF2-40B4-BE49-F238E27FC236}">
                <a16:creationId xmlns:a16="http://schemas.microsoft.com/office/drawing/2014/main" id="{3017545A-2922-FCD1-BBA4-9AC12E8D8B43}"/>
              </a:ext>
            </a:extLst>
          </p:cNvPr>
          <p:cNvSpPr>
            <a:spLocks noGrp="1"/>
          </p:cNvSpPr>
          <p:nvPr>
            <p:ph type="sldNum" sz="quarter" idx="4"/>
          </p:nvPr>
        </p:nvSpPr>
        <p:spPr/>
        <p:txBody>
          <a:bodyPr/>
          <a:lstStyle/>
          <a:p>
            <a:fld id="{4081AA82-C1C2-924B-B843-6C0FB13ED72E}" type="slidenum">
              <a:rPr lang="en-US" smtClean="0"/>
              <a:t>31</a:t>
            </a:fld>
            <a:endParaRPr lang="en-US"/>
          </a:p>
        </p:txBody>
      </p:sp>
    </p:spTree>
    <p:extLst>
      <p:ext uri="{BB962C8B-B14F-4D97-AF65-F5344CB8AC3E}">
        <p14:creationId xmlns:p14="http://schemas.microsoft.com/office/powerpoint/2010/main" val="562704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2B36F-011E-45D6-9F9E-B489E8518C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5CB43A-A54F-9AD8-C9DA-48783BD9C2CA}"/>
              </a:ext>
            </a:extLst>
          </p:cNvPr>
          <p:cNvSpPr>
            <a:spLocks noGrp="1"/>
          </p:cNvSpPr>
          <p:nvPr>
            <p:ph type="title"/>
          </p:nvPr>
        </p:nvSpPr>
        <p:spPr/>
        <p:txBody>
          <a:bodyPr/>
          <a:lstStyle/>
          <a:p>
            <a:r>
              <a:rPr lang="en-US" sz="4000" dirty="0"/>
              <a:t>Zephyr® OS – </a:t>
            </a:r>
            <a:r>
              <a:rPr lang="en-US" sz="4000" dirty="0">
                <a:latin typeface="Calibri"/>
                <a:ea typeface="Calibri"/>
                <a:cs typeface="Calibri"/>
              </a:rPr>
              <a:t>Configuring prj.conf</a:t>
            </a:r>
            <a:br>
              <a:rPr lang="en-US" dirty="0">
                <a:latin typeface="Calibri"/>
                <a:ea typeface="Calibri"/>
                <a:cs typeface="Calibri"/>
              </a:rPr>
            </a:br>
            <a:endParaRPr lang="en-US" dirty="0"/>
          </a:p>
        </p:txBody>
      </p:sp>
      <p:sp>
        <p:nvSpPr>
          <p:cNvPr id="3" name="Content Placeholder 2">
            <a:extLst>
              <a:ext uri="{FF2B5EF4-FFF2-40B4-BE49-F238E27FC236}">
                <a16:creationId xmlns:a16="http://schemas.microsoft.com/office/drawing/2014/main" id="{B579ACA3-0334-1014-369B-51AD33419ACF}"/>
              </a:ext>
            </a:extLst>
          </p:cNvPr>
          <p:cNvSpPr>
            <a:spLocks noGrp="1"/>
          </p:cNvSpPr>
          <p:nvPr>
            <p:ph sz="quarter" idx="13"/>
          </p:nvPr>
        </p:nvSpPr>
        <p:spPr/>
        <p:txBody>
          <a:bodyPr vert="horz" lIns="121888" tIns="60944" rIns="121888" bIns="60944" rtlCol="0" anchor="t">
            <a:normAutofit lnSpcReduction="10000"/>
          </a:bodyPr>
          <a:lstStyle/>
          <a:p>
            <a:pPr marL="0" indent="0">
              <a:buNone/>
            </a:pPr>
            <a:endParaRPr lang="en-US" sz="900" b="0" dirty="0">
              <a:solidFill>
                <a:srgbClr val="333333"/>
              </a:solidFill>
              <a:latin typeface="Segoe UI"/>
              <a:ea typeface="Calibri"/>
              <a:cs typeface="Segoe UI"/>
            </a:endParaRPr>
          </a:p>
          <a:p>
            <a:pPr marL="273685" indent="-273685"/>
            <a:r>
              <a:rPr lang="en-US" dirty="0">
                <a:ea typeface="Calibri"/>
                <a:cs typeface="Calibri"/>
              </a:rPr>
              <a:t>prj.conf holds a list of configuration defines </a:t>
            </a:r>
            <a:endParaRPr lang="en-US" sz="1200" b="0" dirty="0">
              <a:latin typeface="Courier New" panose="02070309020205020404" pitchFamily="49" charset="0"/>
              <a:ea typeface="Calibri"/>
              <a:cs typeface="Courier New" panose="02070309020205020404" pitchFamily="49" charset="0"/>
            </a:endParaRPr>
          </a:p>
          <a:p>
            <a:pPr marL="575556" lvl="1" indent="-273685"/>
            <a:r>
              <a:rPr lang="en-US" sz="2400" dirty="0"/>
              <a:t>CONFIG_GPIO=y</a:t>
            </a:r>
          </a:p>
          <a:p>
            <a:pPr marL="575556" lvl="1" indent="-273685"/>
            <a:r>
              <a:rPr lang="en-US" sz="2400" dirty="0"/>
              <a:t>CONFIG_NET_TX_STACK_SIZE=2048 </a:t>
            </a:r>
            <a:br>
              <a:rPr lang="en-US" sz="2400" dirty="0"/>
            </a:br>
            <a:endParaRPr lang="en-US" sz="2400" dirty="0"/>
          </a:p>
          <a:p>
            <a:pPr marL="273685" indent="-273685"/>
            <a:r>
              <a:rPr lang="en-US" dirty="0">
                <a:latin typeface="+mj-lt"/>
              </a:rPr>
              <a:t>Compile Time Flags that Enable/Disable/Configure content</a:t>
            </a:r>
            <a:br>
              <a:rPr lang="en-US" dirty="0">
                <a:latin typeface="+mj-lt"/>
              </a:rPr>
            </a:br>
            <a:endParaRPr lang="en-US" dirty="0">
              <a:latin typeface="+mj-lt"/>
            </a:endParaRPr>
          </a:p>
          <a:p>
            <a:pPr marL="273685" indent="-273685"/>
            <a:r>
              <a:rPr lang="en-US" dirty="0" err="1"/>
              <a:t>Kconfig</a:t>
            </a:r>
            <a:r>
              <a:rPr lang="en-US" dirty="0"/>
              <a:t> Search</a:t>
            </a:r>
          </a:p>
          <a:p>
            <a:pPr marL="575556" lvl="1" indent="-273685"/>
            <a:r>
              <a:rPr lang="en-US" sz="2400" dirty="0" err="1">
                <a:hlinkClick r:id="rId2"/>
              </a:rPr>
              <a:t>Kconfig</a:t>
            </a:r>
            <a:r>
              <a:rPr lang="en-US" sz="2400" dirty="0">
                <a:hlinkClick r:id="rId2"/>
              </a:rPr>
              <a:t> Search — Zephyr Project Documentation</a:t>
            </a:r>
            <a:br>
              <a:rPr lang="en-US" sz="2400" dirty="0"/>
            </a:br>
            <a:endParaRPr lang="en-US" sz="2400" dirty="0"/>
          </a:p>
          <a:p>
            <a:pPr marL="273685" indent="-273685"/>
            <a:r>
              <a:rPr lang="en-US" dirty="0"/>
              <a:t>Editing prj.conf</a:t>
            </a:r>
          </a:p>
          <a:p>
            <a:pPr marL="575556" lvl="1" indent="-273685"/>
            <a:r>
              <a:rPr lang="en-US" sz="2400" dirty="0"/>
              <a:t>Text edit – prj.conf</a:t>
            </a:r>
          </a:p>
          <a:p>
            <a:pPr marL="575556" lvl="1" indent="-273685"/>
            <a:r>
              <a:rPr lang="en-US" sz="2400" dirty="0"/>
              <a:t>west build -t </a:t>
            </a:r>
            <a:r>
              <a:rPr lang="en-US" sz="2400" dirty="0" err="1"/>
              <a:t>menuconfig</a:t>
            </a:r>
            <a:r>
              <a:rPr lang="en-US" sz="2400" dirty="0"/>
              <a:t> – uses menuconfig</a:t>
            </a:r>
          </a:p>
          <a:p>
            <a:pPr marL="575556" lvl="1" indent="-273685"/>
            <a:r>
              <a:rPr lang="en-US" sz="2400" dirty="0"/>
              <a:t>west build -t </a:t>
            </a:r>
            <a:r>
              <a:rPr lang="en-US" sz="2400" dirty="0" err="1"/>
              <a:t>guiconfig</a:t>
            </a:r>
            <a:r>
              <a:rPr lang="en-US" sz="2400" dirty="0"/>
              <a:t> – opens a GUI window</a:t>
            </a:r>
          </a:p>
          <a:p>
            <a:pPr marL="575556" lvl="1" indent="-273685"/>
            <a:endParaRPr lang="en-US" sz="1800" dirty="0"/>
          </a:p>
          <a:p>
            <a:pPr marL="575556" lvl="1" indent="-273685"/>
            <a:endParaRPr lang="en-US" sz="900" b="0" dirty="0">
              <a:latin typeface="Courier New" panose="02070309020205020404" pitchFamily="49" charset="0"/>
              <a:ea typeface="Calibri"/>
              <a:cs typeface="Courier New" panose="02070309020205020404" pitchFamily="49" charset="0"/>
            </a:endParaRPr>
          </a:p>
        </p:txBody>
      </p:sp>
      <p:sp>
        <p:nvSpPr>
          <p:cNvPr id="4" name="Footer Placeholder 3">
            <a:extLst>
              <a:ext uri="{FF2B5EF4-FFF2-40B4-BE49-F238E27FC236}">
                <a16:creationId xmlns:a16="http://schemas.microsoft.com/office/drawing/2014/main" id="{4E2337B7-5C57-BD75-8E16-991B1E9E9BBC}"/>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5" name="Slide Number Placeholder 4">
            <a:extLst>
              <a:ext uri="{FF2B5EF4-FFF2-40B4-BE49-F238E27FC236}">
                <a16:creationId xmlns:a16="http://schemas.microsoft.com/office/drawing/2014/main" id="{A7310B1F-F218-73CF-B54F-4DA2299E5660}"/>
              </a:ext>
            </a:extLst>
          </p:cNvPr>
          <p:cNvSpPr>
            <a:spLocks noGrp="1"/>
          </p:cNvSpPr>
          <p:nvPr>
            <p:ph type="sldNum" sz="quarter" idx="4"/>
          </p:nvPr>
        </p:nvSpPr>
        <p:spPr/>
        <p:txBody>
          <a:bodyPr/>
          <a:lstStyle/>
          <a:p>
            <a:fld id="{4081AA82-C1C2-924B-B843-6C0FB13ED72E}" type="slidenum">
              <a:rPr lang="en-US" smtClean="0"/>
              <a:t>32</a:t>
            </a:fld>
            <a:endParaRPr lang="en-US"/>
          </a:p>
        </p:txBody>
      </p:sp>
    </p:spTree>
    <p:extLst>
      <p:ext uri="{BB962C8B-B14F-4D97-AF65-F5344CB8AC3E}">
        <p14:creationId xmlns:p14="http://schemas.microsoft.com/office/powerpoint/2010/main" val="3122485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C07ED-0E8F-3341-BD66-CC6F287C0B94}"/>
              </a:ext>
            </a:extLst>
          </p:cNvPr>
          <p:cNvSpPr>
            <a:spLocks noGrp="1"/>
          </p:cNvSpPr>
          <p:nvPr>
            <p:ph type="title"/>
          </p:nvPr>
        </p:nvSpPr>
        <p:spPr/>
        <p:txBody>
          <a:bodyPr/>
          <a:lstStyle/>
          <a:p>
            <a:r>
              <a:rPr lang="en-US" dirty="0">
                <a:ea typeface="Calibri"/>
                <a:cs typeface="Calibri"/>
              </a:rPr>
              <a:t>Lab 3: Adding Wi-Fi™ with Devicetree</a:t>
            </a:r>
            <a:endParaRPr lang="en-US" sz="2200" b="0" dirty="0">
              <a:solidFill>
                <a:srgbClr val="070707"/>
              </a:solidFill>
              <a:ea typeface="Calibri"/>
              <a:cs typeface="Calibri"/>
            </a:endParaRPr>
          </a:p>
        </p:txBody>
      </p:sp>
      <p:sp>
        <p:nvSpPr>
          <p:cNvPr id="3" name="Content Placeholder 2">
            <a:extLst>
              <a:ext uri="{FF2B5EF4-FFF2-40B4-BE49-F238E27FC236}">
                <a16:creationId xmlns:a16="http://schemas.microsoft.com/office/drawing/2014/main" id="{BE6B6E4B-58BC-984B-B688-8AAF041C561C}"/>
              </a:ext>
            </a:extLst>
          </p:cNvPr>
          <p:cNvSpPr>
            <a:spLocks noGrp="1"/>
          </p:cNvSpPr>
          <p:nvPr>
            <p:ph sz="quarter" idx="13"/>
          </p:nvPr>
        </p:nvSpPr>
        <p:spPr>
          <a:xfrm>
            <a:off x="354777" y="881822"/>
            <a:ext cx="10407815" cy="5427214"/>
          </a:xfrm>
        </p:spPr>
        <p:txBody>
          <a:bodyPr vert="horz" lIns="121888" tIns="60944" rIns="121888" bIns="60944" rtlCol="0" anchor="t">
            <a:normAutofit/>
          </a:bodyPr>
          <a:lstStyle/>
          <a:p>
            <a:pPr marL="273685" indent="-273685"/>
            <a:r>
              <a:rPr lang="en-US" dirty="0">
                <a:cs typeface="Calibri"/>
              </a:rPr>
              <a:t>Use the “lm75” </a:t>
            </a:r>
            <a:r>
              <a:rPr lang="en-US" dirty="0" err="1">
                <a:cs typeface="Calibri"/>
              </a:rPr>
              <a:t>devicetree</a:t>
            </a:r>
            <a:r>
              <a:rPr lang="en-US" dirty="0">
                <a:cs typeface="Calibri"/>
              </a:rPr>
              <a:t> binding to describe the configuration of the IO1 XPRO on EXT1</a:t>
            </a:r>
            <a:br>
              <a:rPr lang="en-US" dirty="0">
                <a:cs typeface="Calibri"/>
              </a:rPr>
            </a:br>
            <a:endParaRPr lang="en-US" dirty="0">
              <a:cs typeface="Calibri"/>
            </a:endParaRPr>
          </a:p>
          <a:p>
            <a:pPr marL="273685" indent="-273685"/>
            <a:r>
              <a:rPr lang="en-US" dirty="0">
                <a:cs typeface="Calibri"/>
              </a:rPr>
              <a:t>Once connected, engineer will query the I2C bus for the temperature sensor</a:t>
            </a:r>
          </a:p>
        </p:txBody>
      </p:sp>
      <p:sp>
        <p:nvSpPr>
          <p:cNvPr id="4" name="Footer Placeholder 3">
            <a:extLst>
              <a:ext uri="{FF2B5EF4-FFF2-40B4-BE49-F238E27FC236}">
                <a16:creationId xmlns:a16="http://schemas.microsoft.com/office/drawing/2014/main" id="{EFEA69B1-7341-521D-CA21-5C3E1BE1878B}"/>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5" name="Slide Number Placeholder 4">
            <a:extLst>
              <a:ext uri="{FF2B5EF4-FFF2-40B4-BE49-F238E27FC236}">
                <a16:creationId xmlns:a16="http://schemas.microsoft.com/office/drawing/2014/main" id="{9A9F1AFF-6065-EF07-B01E-A1B233A3A535}"/>
              </a:ext>
            </a:extLst>
          </p:cNvPr>
          <p:cNvSpPr>
            <a:spLocks noGrp="1"/>
          </p:cNvSpPr>
          <p:nvPr>
            <p:ph type="sldNum" sz="quarter" idx="4"/>
          </p:nvPr>
        </p:nvSpPr>
        <p:spPr/>
        <p:txBody>
          <a:bodyPr/>
          <a:lstStyle/>
          <a:p>
            <a:fld id="{4081AA82-C1C2-924B-B843-6C0FB13ED72E}" type="slidenum">
              <a:rPr lang="en-US" smtClean="0"/>
              <a:t>33</a:t>
            </a:fld>
            <a:endParaRPr lang="en-US"/>
          </a:p>
        </p:txBody>
      </p:sp>
    </p:spTree>
    <p:extLst>
      <p:ext uri="{BB962C8B-B14F-4D97-AF65-F5344CB8AC3E}">
        <p14:creationId xmlns:p14="http://schemas.microsoft.com/office/powerpoint/2010/main" val="17414794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C07ED-0E8F-3341-BD66-CC6F287C0B94}"/>
              </a:ext>
            </a:extLst>
          </p:cNvPr>
          <p:cNvSpPr>
            <a:spLocks noGrp="1"/>
          </p:cNvSpPr>
          <p:nvPr>
            <p:ph type="title"/>
          </p:nvPr>
        </p:nvSpPr>
        <p:spPr/>
        <p:txBody>
          <a:bodyPr/>
          <a:lstStyle/>
          <a:p>
            <a:r>
              <a:rPr lang="en-US" dirty="0">
                <a:ea typeface="Calibri"/>
                <a:cs typeface="Calibri"/>
              </a:rPr>
              <a:t>Lab 3: Summary</a:t>
            </a:r>
            <a:endParaRPr lang="en-US" sz="2200" b="0" dirty="0">
              <a:solidFill>
                <a:srgbClr val="070707"/>
              </a:solidFill>
              <a:ea typeface="Calibri"/>
              <a:cs typeface="Calibri"/>
            </a:endParaRPr>
          </a:p>
        </p:txBody>
      </p:sp>
      <p:sp>
        <p:nvSpPr>
          <p:cNvPr id="3" name="Content Placeholder 2">
            <a:extLst>
              <a:ext uri="{FF2B5EF4-FFF2-40B4-BE49-F238E27FC236}">
                <a16:creationId xmlns:a16="http://schemas.microsoft.com/office/drawing/2014/main" id="{BE6B6E4B-58BC-984B-B688-8AAF041C561C}"/>
              </a:ext>
            </a:extLst>
          </p:cNvPr>
          <p:cNvSpPr>
            <a:spLocks noGrp="1"/>
          </p:cNvSpPr>
          <p:nvPr>
            <p:ph sz="quarter" idx="13"/>
          </p:nvPr>
        </p:nvSpPr>
        <p:spPr/>
        <p:txBody>
          <a:bodyPr vert="horz" lIns="121888" tIns="60944" rIns="121888" bIns="60944" rtlCol="0" anchor="t">
            <a:normAutofit/>
          </a:bodyPr>
          <a:lstStyle/>
          <a:p>
            <a:pPr marL="273685" indent="-273685"/>
            <a:r>
              <a:rPr lang="en-US" dirty="0">
                <a:cs typeface="Calibri"/>
              </a:rPr>
              <a:t>The console operation is managed in i2c_shell.c and Sensor API.  These serve as great code examples as you move from debug/test into programmatic sensor products.</a:t>
            </a:r>
          </a:p>
        </p:txBody>
      </p:sp>
      <p:sp>
        <p:nvSpPr>
          <p:cNvPr id="4" name="Footer Placeholder 3">
            <a:extLst>
              <a:ext uri="{FF2B5EF4-FFF2-40B4-BE49-F238E27FC236}">
                <a16:creationId xmlns:a16="http://schemas.microsoft.com/office/drawing/2014/main" id="{4ECFEEC2-2C31-D5AF-B705-5AE133EA736F}"/>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5" name="Slide Number Placeholder 4">
            <a:extLst>
              <a:ext uri="{FF2B5EF4-FFF2-40B4-BE49-F238E27FC236}">
                <a16:creationId xmlns:a16="http://schemas.microsoft.com/office/drawing/2014/main" id="{AC3C9191-3288-4F81-8753-288EE92BADB1}"/>
              </a:ext>
            </a:extLst>
          </p:cNvPr>
          <p:cNvSpPr>
            <a:spLocks noGrp="1"/>
          </p:cNvSpPr>
          <p:nvPr>
            <p:ph type="sldNum" sz="quarter" idx="4"/>
          </p:nvPr>
        </p:nvSpPr>
        <p:spPr/>
        <p:txBody>
          <a:bodyPr/>
          <a:lstStyle/>
          <a:p>
            <a:fld id="{4081AA82-C1C2-924B-B843-6C0FB13ED72E}" type="slidenum">
              <a:rPr lang="en-US" smtClean="0"/>
              <a:t>34</a:t>
            </a:fld>
            <a:endParaRPr lang="en-US"/>
          </a:p>
        </p:txBody>
      </p:sp>
    </p:spTree>
    <p:extLst>
      <p:ext uri="{BB962C8B-B14F-4D97-AF65-F5344CB8AC3E}">
        <p14:creationId xmlns:p14="http://schemas.microsoft.com/office/powerpoint/2010/main" val="32887089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BBAA-E73A-CC45-FAFE-D4B773D60A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577D83-43DD-EF8A-91B2-298CF9D90B63}"/>
              </a:ext>
            </a:extLst>
          </p:cNvPr>
          <p:cNvSpPr>
            <a:spLocks noGrp="1"/>
          </p:cNvSpPr>
          <p:nvPr>
            <p:ph type="title"/>
          </p:nvPr>
        </p:nvSpPr>
        <p:spPr/>
        <p:txBody>
          <a:bodyPr/>
          <a:lstStyle/>
          <a:p>
            <a:r>
              <a:rPr lang="en-US" altLang="en-US"/>
              <a:t>OS Services and </a:t>
            </a:r>
            <a:br>
              <a:rPr lang="en-US" altLang="en-US"/>
            </a:br>
            <a:r>
              <a:rPr lang="en-US" altLang="en-US"/>
              <a:t>Finding Help</a:t>
            </a:r>
          </a:p>
        </p:txBody>
      </p:sp>
    </p:spTree>
    <p:extLst>
      <p:ext uri="{BB962C8B-B14F-4D97-AF65-F5344CB8AC3E}">
        <p14:creationId xmlns:p14="http://schemas.microsoft.com/office/powerpoint/2010/main" val="21284730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C07ED-0E8F-3341-BD66-CC6F287C0B94}"/>
              </a:ext>
            </a:extLst>
          </p:cNvPr>
          <p:cNvSpPr>
            <a:spLocks noGrp="1"/>
          </p:cNvSpPr>
          <p:nvPr>
            <p:ph type="title"/>
          </p:nvPr>
        </p:nvSpPr>
        <p:spPr/>
        <p:txBody>
          <a:bodyPr/>
          <a:lstStyle/>
          <a:p>
            <a:r>
              <a:rPr lang="en-US" sz="4000" dirty="0"/>
              <a:t>Zephyr® OS Services</a:t>
            </a:r>
            <a:br>
              <a:rPr lang="en-US" dirty="0">
                <a:latin typeface="Calibri"/>
                <a:ea typeface="Calibri"/>
                <a:cs typeface="Calibri"/>
              </a:rPr>
            </a:br>
            <a:endParaRPr lang="en-US" dirty="0"/>
          </a:p>
        </p:txBody>
      </p:sp>
      <p:sp>
        <p:nvSpPr>
          <p:cNvPr id="3" name="Content Placeholder 2">
            <a:extLst>
              <a:ext uri="{FF2B5EF4-FFF2-40B4-BE49-F238E27FC236}">
                <a16:creationId xmlns:a16="http://schemas.microsoft.com/office/drawing/2014/main" id="{BE6B6E4B-58BC-984B-B688-8AAF041C561C}"/>
              </a:ext>
            </a:extLst>
          </p:cNvPr>
          <p:cNvSpPr>
            <a:spLocks noGrp="1"/>
          </p:cNvSpPr>
          <p:nvPr>
            <p:ph sz="quarter" idx="13"/>
          </p:nvPr>
        </p:nvSpPr>
        <p:spPr/>
        <p:txBody>
          <a:bodyPr vert="horz" lIns="121888" tIns="60944" rIns="121888" bIns="60944" rtlCol="0" anchor="t">
            <a:normAutofit/>
          </a:bodyPr>
          <a:lstStyle/>
          <a:p>
            <a:r>
              <a:rPr lang="en-US" dirty="0">
                <a:solidFill>
                  <a:srgbClr val="333333"/>
                </a:solidFill>
                <a:latin typeface="+mj-lt"/>
                <a:ea typeface="Calibri"/>
                <a:cs typeface="Segoe UI"/>
              </a:rPr>
              <a:t>Many more built in “goodies” to make development more efficient:</a:t>
            </a:r>
          </a:p>
          <a:p>
            <a:pPr lvl="1"/>
            <a:r>
              <a:rPr lang="en-US" dirty="0">
                <a:solidFill>
                  <a:srgbClr val="333333"/>
                </a:solidFill>
                <a:latin typeface="+mj-lt"/>
                <a:ea typeface="Calibri"/>
                <a:cs typeface="Segoe UI"/>
              </a:rPr>
              <a:t>Console/Shell</a:t>
            </a:r>
          </a:p>
          <a:p>
            <a:pPr lvl="1"/>
            <a:r>
              <a:rPr lang="en-US" dirty="0">
                <a:solidFill>
                  <a:srgbClr val="333333"/>
                </a:solidFill>
                <a:latin typeface="+mj-lt"/>
                <a:ea typeface="Calibri"/>
                <a:cs typeface="Segoe UI"/>
              </a:rPr>
              <a:t>File Systems</a:t>
            </a:r>
          </a:p>
          <a:p>
            <a:pPr lvl="1"/>
            <a:r>
              <a:rPr lang="en-US" dirty="0">
                <a:solidFill>
                  <a:srgbClr val="333333"/>
                </a:solidFill>
                <a:latin typeface="+mj-lt"/>
                <a:ea typeface="Calibri"/>
                <a:cs typeface="Segoe UI"/>
              </a:rPr>
              <a:t>State Machine Framework</a:t>
            </a:r>
          </a:p>
          <a:p>
            <a:pPr lvl="1"/>
            <a:r>
              <a:rPr lang="en-US" dirty="0">
                <a:solidFill>
                  <a:srgbClr val="333333"/>
                </a:solidFill>
                <a:latin typeface="+mj-lt"/>
                <a:ea typeface="Calibri"/>
                <a:cs typeface="Segoe UI"/>
              </a:rPr>
              <a:t>Power Manager</a:t>
            </a:r>
          </a:p>
          <a:p>
            <a:pPr lvl="1"/>
            <a:r>
              <a:rPr lang="en-US" dirty="0">
                <a:solidFill>
                  <a:srgbClr val="333333"/>
                </a:solidFill>
                <a:latin typeface="+mj-lt"/>
                <a:ea typeface="Calibri"/>
                <a:cs typeface="Segoe UI"/>
              </a:rPr>
              <a:t>Logging System</a:t>
            </a:r>
          </a:p>
          <a:p>
            <a:pPr lvl="1"/>
            <a:r>
              <a:rPr lang="en-US" dirty="0">
                <a:solidFill>
                  <a:srgbClr val="333333"/>
                </a:solidFill>
                <a:latin typeface="+mj-lt"/>
                <a:ea typeface="Calibri"/>
                <a:cs typeface="Segoe UI"/>
              </a:rPr>
              <a:t>Task Watchdog</a:t>
            </a:r>
          </a:p>
          <a:p>
            <a:pPr lvl="1"/>
            <a:r>
              <a:rPr lang="en-US" dirty="0">
                <a:solidFill>
                  <a:srgbClr val="333333"/>
                </a:solidFill>
                <a:latin typeface="+mj-lt"/>
                <a:ea typeface="Calibri"/>
                <a:cs typeface="Segoe UI"/>
              </a:rPr>
              <a:t>Modem (GNSS, Wi-Fi, Cellular)</a:t>
            </a:r>
          </a:p>
          <a:p>
            <a:pPr lvl="1"/>
            <a:r>
              <a:rPr lang="en-US" dirty="0">
                <a:solidFill>
                  <a:srgbClr val="333333"/>
                </a:solidFill>
                <a:latin typeface="+mj-lt"/>
                <a:ea typeface="Calibri"/>
                <a:cs typeface="Segoe UI"/>
              </a:rPr>
              <a:t>Unit Testing Framework (twister) </a:t>
            </a:r>
          </a:p>
          <a:p>
            <a:pPr lvl="1"/>
            <a:endParaRPr lang="en-US" dirty="0">
              <a:solidFill>
                <a:srgbClr val="333333"/>
              </a:solidFill>
              <a:latin typeface="+mj-lt"/>
              <a:ea typeface="Calibri"/>
              <a:cs typeface="Segoe UI"/>
            </a:endParaRPr>
          </a:p>
        </p:txBody>
      </p:sp>
      <p:sp>
        <p:nvSpPr>
          <p:cNvPr id="4" name="Footer Placeholder 3">
            <a:extLst>
              <a:ext uri="{FF2B5EF4-FFF2-40B4-BE49-F238E27FC236}">
                <a16:creationId xmlns:a16="http://schemas.microsoft.com/office/drawing/2014/main" id="{6053F43A-5074-5EE9-D5B7-9E87765E4CD8}"/>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5" name="Slide Number Placeholder 4">
            <a:extLst>
              <a:ext uri="{FF2B5EF4-FFF2-40B4-BE49-F238E27FC236}">
                <a16:creationId xmlns:a16="http://schemas.microsoft.com/office/drawing/2014/main" id="{908EE480-FAB9-BF14-1EE5-9EDBE292F706}"/>
              </a:ext>
            </a:extLst>
          </p:cNvPr>
          <p:cNvSpPr>
            <a:spLocks noGrp="1"/>
          </p:cNvSpPr>
          <p:nvPr>
            <p:ph type="sldNum" sz="quarter" idx="4"/>
          </p:nvPr>
        </p:nvSpPr>
        <p:spPr/>
        <p:txBody>
          <a:bodyPr/>
          <a:lstStyle/>
          <a:p>
            <a:fld id="{4081AA82-C1C2-924B-B843-6C0FB13ED72E}" type="slidenum">
              <a:rPr lang="en-US" smtClean="0"/>
              <a:t>36</a:t>
            </a:fld>
            <a:endParaRPr lang="en-US"/>
          </a:p>
        </p:txBody>
      </p:sp>
    </p:spTree>
    <p:extLst>
      <p:ext uri="{BB962C8B-B14F-4D97-AF65-F5344CB8AC3E}">
        <p14:creationId xmlns:p14="http://schemas.microsoft.com/office/powerpoint/2010/main" val="25022731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89910-EA33-851F-B01A-3ED793805B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C157ED-7AD8-9CD8-8851-63780027A6B6}"/>
              </a:ext>
            </a:extLst>
          </p:cNvPr>
          <p:cNvSpPr>
            <a:spLocks noGrp="1"/>
          </p:cNvSpPr>
          <p:nvPr>
            <p:ph type="title"/>
          </p:nvPr>
        </p:nvSpPr>
        <p:spPr>
          <a:xfrm>
            <a:off x="355509" y="96297"/>
            <a:ext cx="11400661" cy="777240"/>
          </a:xfrm>
        </p:spPr>
        <p:txBody>
          <a:bodyPr anchor="t">
            <a:normAutofit/>
          </a:bodyPr>
          <a:lstStyle/>
          <a:p>
            <a:pPr>
              <a:lnSpc>
                <a:spcPct val="90000"/>
              </a:lnSpc>
            </a:pPr>
            <a:r>
              <a:rPr lang="en-US"/>
              <a:t>Getting Support</a:t>
            </a:r>
          </a:p>
        </p:txBody>
      </p:sp>
      <p:pic>
        <p:nvPicPr>
          <p:cNvPr id="5" name="Picture 4" descr="A close up of a logo&#10;&#10;Description automatically generated">
            <a:extLst>
              <a:ext uri="{FF2B5EF4-FFF2-40B4-BE49-F238E27FC236}">
                <a16:creationId xmlns:a16="http://schemas.microsoft.com/office/drawing/2014/main" id="{3FF876FC-058C-CA66-6040-9D988B67EA77}"/>
              </a:ext>
            </a:extLst>
          </p:cNvPr>
          <p:cNvPicPr>
            <a:picLocks noChangeAspect="1"/>
          </p:cNvPicPr>
          <p:nvPr/>
        </p:nvPicPr>
        <p:blipFill>
          <a:blip r:embed="rId4"/>
          <a:stretch>
            <a:fillRect/>
          </a:stretch>
        </p:blipFill>
        <p:spPr>
          <a:xfrm>
            <a:off x="441247" y="929269"/>
            <a:ext cx="5334370" cy="5374679"/>
          </a:xfrm>
          <a:prstGeom prst="rect">
            <a:avLst/>
          </a:prstGeom>
          <a:noFill/>
        </p:spPr>
      </p:pic>
      <p:sp>
        <p:nvSpPr>
          <p:cNvPr id="10" name="Content Placeholder 3">
            <a:extLst>
              <a:ext uri="{FF2B5EF4-FFF2-40B4-BE49-F238E27FC236}">
                <a16:creationId xmlns:a16="http://schemas.microsoft.com/office/drawing/2014/main" id="{D87D2413-09BD-9F1B-4ACA-53E14C183023}"/>
              </a:ext>
            </a:extLst>
          </p:cNvPr>
          <p:cNvSpPr>
            <a:spLocks noGrp="1"/>
          </p:cNvSpPr>
          <p:nvPr>
            <p:ph sz="quarter" idx="16"/>
          </p:nvPr>
        </p:nvSpPr>
        <p:spPr>
          <a:xfrm>
            <a:off x="5775617" y="1503984"/>
            <a:ext cx="6198841" cy="3664501"/>
          </a:xfrm>
        </p:spPr>
        <p:txBody>
          <a:bodyPr>
            <a:normAutofit fontScale="92500" lnSpcReduction="20000"/>
          </a:bodyPr>
          <a:lstStyle/>
          <a:p>
            <a:pPr marL="0" indent="0">
              <a:buNone/>
            </a:pPr>
            <a:endParaRPr lang="en-US" dirty="0"/>
          </a:p>
          <a:p>
            <a:r>
              <a:rPr lang="en-US" altLang="en-US" dirty="0"/>
              <a:t>Official Zephyr® OS Docs</a:t>
            </a:r>
          </a:p>
          <a:p>
            <a:r>
              <a:rPr lang="en-US" altLang="en-US" dirty="0"/>
              <a:t>Discord Server</a:t>
            </a:r>
          </a:p>
          <a:p>
            <a:r>
              <a:rPr lang="en-US" altLang="en-US" dirty="0"/>
              <a:t>Mailing Lists</a:t>
            </a:r>
          </a:p>
          <a:p>
            <a:r>
              <a:rPr lang="en-US" altLang="en-US" dirty="0"/>
              <a:t>Wiki</a:t>
            </a:r>
          </a:p>
          <a:p>
            <a:r>
              <a:rPr lang="en-US" altLang="en-US" dirty="0"/>
              <a:t>YouTube Training</a:t>
            </a:r>
          </a:p>
          <a:p>
            <a:r>
              <a:rPr lang="en-US" altLang="en-US" dirty="0"/>
              <a:t>Social Media</a:t>
            </a:r>
          </a:p>
          <a:p>
            <a:r>
              <a:rPr lang="en-US" altLang="en-US" dirty="0"/>
              <a:t>Me (or your Microchip </a:t>
            </a:r>
            <a:r>
              <a:rPr lang="en-US" dirty="0"/>
              <a:t>Technology Inc.</a:t>
            </a:r>
            <a:r>
              <a:rPr lang="en-US" altLang="en-US" dirty="0"/>
              <a:t> </a:t>
            </a:r>
            <a:r>
              <a:rPr lang="en-US" altLang="en-US"/>
              <a:t>FAE/</a:t>
            </a:r>
            <a:r>
              <a:rPr lang="en-US" altLang="en-US" dirty="0"/>
              <a:t>CAE)</a:t>
            </a:r>
          </a:p>
          <a:p>
            <a:endParaRPr lang="en-US" altLang="en-US" dirty="0"/>
          </a:p>
          <a:p>
            <a:endParaRPr lang="en-US" dirty="0"/>
          </a:p>
        </p:txBody>
      </p:sp>
      <p:sp>
        <p:nvSpPr>
          <p:cNvPr id="3" name="Footer Placeholder 2">
            <a:extLst>
              <a:ext uri="{FF2B5EF4-FFF2-40B4-BE49-F238E27FC236}">
                <a16:creationId xmlns:a16="http://schemas.microsoft.com/office/drawing/2014/main" id="{FC08839A-A4E1-6B36-E586-61A183AC08AD}"/>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p>
        </p:txBody>
      </p:sp>
      <p:sp>
        <p:nvSpPr>
          <p:cNvPr id="4" name="Slide Number Placeholder 3">
            <a:extLst>
              <a:ext uri="{FF2B5EF4-FFF2-40B4-BE49-F238E27FC236}">
                <a16:creationId xmlns:a16="http://schemas.microsoft.com/office/drawing/2014/main" id="{CEF4C253-55E0-FD26-CDCF-5D9358F870F2}"/>
              </a:ext>
            </a:extLst>
          </p:cNvPr>
          <p:cNvSpPr>
            <a:spLocks noGrp="1"/>
          </p:cNvSpPr>
          <p:nvPr>
            <p:ph type="sldNum" sz="quarter" idx="4"/>
          </p:nvPr>
        </p:nvSpPr>
        <p:spPr/>
        <p:txBody>
          <a:bodyPr/>
          <a:lstStyle/>
          <a:p>
            <a:fld id="{4081AA82-C1C2-924B-B843-6C0FB13ED72E}" type="slidenum">
              <a:rPr lang="en-US" smtClean="0"/>
              <a:t>37</a:t>
            </a:fld>
            <a:endParaRPr lang="en-US"/>
          </a:p>
        </p:txBody>
      </p:sp>
    </p:spTree>
    <p:extLst>
      <p:ext uri="{BB962C8B-B14F-4D97-AF65-F5344CB8AC3E}">
        <p14:creationId xmlns:p14="http://schemas.microsoft.com/office/powerpoint/2010/main" val="2029395212"/>
      </p:ext>
    </p:extLst>
  </p:cSld>
  <p:clrMapOvr>
    <a:masterClrMapping/>
  </p:clrMapOvr>
  <p:extLst>
    <p:ext uri="{6950BFC3-D8DA-4A85-94F7-54DA5524770B}">
      <p188:commentRel xmlns:p188="http://schemas.microsoft.com/office/powerpoint/2018/8/main" r:id="rId3"/>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F935248-B96C-3174-11B7-0C51408B7370}"/>
              </a:ext>
            </a:extLst>
          </p:cNvPr>
          <p:cNvSpPr>
            <a:spLocks noGrp="1"/>
          </p:cNvSpPr>
          <p:nvPr>
            <p:ph type="sldNum" sz="quarter" idx="4"/>
          </p:nvPr>
        </p:nvSpPr>
        <p:spPr>
          <a:xfrm>
            <a:off x="153172" y="6454794"/>
            <a:ext cx="386650" cy="364348"/>
          </a:xfrm>
          <a:prstGeom prst="rect">
            <a:avLst/>
          </a:prstGeom>
        </p:spPr>
        <p:txBody>
          <a:bodyPr vert="horz" lIns="91416" tIns="45708" rIns="91416" bIns="45708"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Arial" panose="020B0604020202020204" pitchFamily="34" charset="0"/>
                <a:ea typeface="+mn-ea"/>
                <a:cs typeface="+mn-cs"/>
              </a:defRPr>
            </a:lvl1pPr>
            <a:lvl2pPr marL="457063"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126"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189"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251"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5314" algn="l" defTabSz="914126" rtl="0" eaLnBrk="1" latinLnBrk="0" hangingPunct="1">
              <a:defRPr kern="1200">
                <a:solidFill>
                  <a:schemeClr val="tx1"/>
                </a:solidFill>
                <a:latin typeface="Arial" panose="020B0604020202020204" pitchFamily="34" charset="0"/>
                <a:ea typeface="+mn-ea"/>
                <a:cs typeface="+mn-cs"/>
              </a:defRPr>
            </a:lvl6pPr>
            <a:lvl7pPr marL="2742377" algn="l" defTabSz="914126" rtl="0" eaLnBrk="1" latinLnBrk="0" hangingPunct="1">
              <a:defRPr kern="1200">
                <a:solidFill>
                  <a:schemeClr val="tx1"/>
                </a:solidFill>
                <a:latin typeface="Arial" panose="020B0604020202020204" pitchFamily="34" charset="0"/>
                <a:ea typeface="+mn-ea"/>
                <a:cs typeface="+mn-cs"/>
              </a:defRPr>
            </a:lvl7pPr>
            <a:lvl8pPr marL="3199440" algn="l" defTabSz="914126" rtl="0" eaLnBrk="1" latinLnBrk="0" hangingPunct="1">
              <a:defRPr kern="1200">
                <a:solidFill>
                  <a:schemeClr val="tx1"/>
                </a:solidFill>
                <a:latin typeface="Arial" panose="020B0604020202020204" pitchFamily="34" charset="0"/>
                <a:ea typeface="+mn-ea"/>
                <a:cs typeface="+mn-cs"/>
              </a:defRPr>
            </a:lvl8pPr>
            <a:lvl9pPr marL="3656503" algn="l" defTabSz="914126" rtl="0" eaLnBrk="1" latinLnBrk="0" hangingPunct="1">
              <a:defRPr kern="1200">
                <a:solidFill>
                  <a:schemeClr val="tx1"/>
                </a:solidFill>
                <a:latin typeface="Arial" panose="020B0604020202020204" pitchFamily="34" charset="0"/>
                <a:ea typeface="+mn-ea"/>
                <a:cs typeface="+mn-cs"/>
              </a:defRPr>
            </a:lvl9pPr>
          </a:lstStyle>
          <a:p>
            <a:fld id="{4081AA82-C1C2-924B-B843-6C0FB13ED72E}" type="slidenum">
              <a:rPr lang="en-US" smtClean="0"/>
              <a:pPr/>
              <a:t>38</a:t>
            </a:fld>
            <a:endParaRPr lang="en-US"/>
          </a:p>
        </p:txBody>
      </p:sp>
      <p:sp>
        <p:nvSpPr>
          <p:cNvPr id="8" name="Rectangle 2">
            <a:extLst>
              <a:ext uri="{FF2B5EF4-FFF2-40B4-BE49-F238E27FC236}">
                <a16:creationId xmlns:a16="http://schemas.microsoft.com/office/drawing/2014/main" id="{B5C9158C-0931-BEA8-C7CA-2B2F657A48E9}"/>
              </a:ext>
            </a:extLst>
          </p:cNvPr>
          <p:cNvSpPr>
            <a:spLocks noGrp="1" noChangeArrowheads="1"/>
          </p:cNvSpPr>
          <p:nvPr>
            <p:ph type="title"/>
          </p:nvPr>
        </p:nvSpPr>
        <p:spPr>
          <a:xfrm>
            <a:off x="539822" y="2667198"/>
            <a:ext cx="11115742" cy="761802"/>
          </a:xfrm>
        </p:spPr>
        <p:txBody>
          <a:bodyPr>
            <a:noAutofit/>
          </a:bodyPr>
          <a:lstStyle/>
          <a:p>
            <a:pPr algn="ctr" eaLnBrk="1" hangingPunct="1">
              <a:lnSpc>
                <a:spcPct val="90000"/>
              </a:lnSpc>
            </a:pPr>
            <a:r>
              <a:rPr lang="en-US" altLang="en-US" sz="7198" dirty="0"/>
              <a:t>Thank You!</a:t>
            </a:r>
          </a:p>
        </p:txBody>
      </p:sp>
      <p:sp>
        <p:nvSpPr>
          <p:cNvPr id="2" name="Footer Placeholder 1">
            <a:extLst>
              <a:ext uri="{FF2B5EF4-FFF2-40B4-BE49-F238E27FC236}">
                <a16:creationId xmlns:a16="http://schemas.microsoft.com/office/drawing/2014/main" id="{81E8DAF2-F9F0-A7A4-2D61-7D7E67A1E669}"/>
              </a:ext>
            </a:extLst>
          </p:cNvPr>
          <p:cNvSpPr>
            <a:spLocks noGrp="1"/>
          </p:cNvSpPr>
          <p:nvPr>
            <p:ph type="ftr" sz="quarter" idx="3"/>
          </p:nvPr>
        </p:nvSpPr>
        <p:spPr/>
        <p:txBody>
          <a:bodyPr/>
          <a:lstStyle/>
          <a:p>
            <a:r>
              <a:rPr lang="en-US">
                <a:latin typeface="Calibri Light" panose="020F0302020204030204" pitchFamily="34" charset="0"/>
                <a:cs typeface="Calibri Light" panose="020F0302020204030204" pitchFamily="34" charset="0"/>
              </a:rPr>
              <a:t>© 2026 Microchip Technology Inc. and its subsidiaries</a:t>
            </a:r>
            <a:endParaRPr lang="en-US"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42522679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69FC8-AC74-3F26-DF09-66C7D480C55B}"/>
              </a:ext>
            </a:extLst>
          </p:cNvPr>
          <p:cNvSpPr>
            <a:spLocks noGrp="1"/>
          </p:cNvSpPr>
          <p:nvPr>
            <p:ph type="title"/>
          </p:nvPr>
        </p:nvSpPr>
        <p:spPr/>
        <p:txBody>
          <a:bodyPr/>
          <a:lstStyle/>
          <a:p>
            <a:pPr algn="ctr"/>
            <a:r>
              <a:rPr lang="en-US" dirty="0"/>
              <a:t>LEGAL NOTICE</a:t>
            </a:r>
          </a:p>
        </p:txBody>
      </p:sp>
      <p:sp>
        <p:nvSpPr>
          <p:cNvPr id="3" name="Text Placeholder 2">
            <a:extLst>
              <a:ext uri="{FF2B5EF4-FFF2-40B4-BE49-F238E27FC236}">
                <a16:creationId xmlns:a16="http://schemas.microsoft.com/office/drawing/2014/main" id="{7B451B89-864C-771F-E762-F58D7C6CAB2B}"/>
              </a:ext>
            </a:extLst>
          </p:cNvPr>
          <p:cNvSpPr>
            <a:spLocks noGrp="1"/>
          </p:cNvSpPr>
          <p:nvPr>
            <p:ph type="body" sz="quarter" idx="13"/>
          </p:nvPr>
        </p:nvSpPr>
        <p:spPr/>
        <p:txBody>
          <a:bodyPr/>
          <a:lstStyle/>
          <a:p>
            <a:r>
              <a:rPr lang="en-US" dirty="0"/>
              <a:t>MASTERs 2026</a:t>
            </a:r>
          </a:p>
        </p:txBody>
      </p:sp>
      <p:sp>
        <p:nvSpPr>
          <p:cNvPr id="4" name="Content Placeholder 3">
            <a:extLst>
              <a:ext uri="{FF2B5EF4-FFF2-40B4-BE49-F238E27FC236}">
                <a16:creationId xmlns:a16="http://schemas.microsoft.com/office/drawing/2014/main" id="{1037104E-2742-8585-1BA9-7E4EDBD89274}"/>
              </a:ext>
            </a:extLst>
          </p:cNvPr>
          <p:cNvSpPr>
            <a:spLocks noGrp="1"/>
          </p:cNvSpPr>
          <p:nvPr>
            <p:ph sz="quarter" idx="15"/>
          </p:nvPr>
        </p:nvSpPr>
        <p:spPr>
          <a:xfrm>
            <a:off x="355509" y="1307557"/>
            <a:ext cx="11400660" cy="5454148"/>
          </a:xfrm>
        </p:spPr>
        <p:txBody>
          <a:bodyPr>
            <a:normAutofit lnSpcReduction="10000"/>
          </a:bodyPr>
          <a:lstStyle/>
          <a:p>
            <a:pPr marL="0" indent="0">
              <a:buNone/>
            </a:pPr>
            <a:r>
              <a:rPr lang="en-US" sz="1100" u="sng" cap="all" dirty="0"/>
              <a:t>Software</a:t>
            </a:r>
            <a:r>
              <a:rPr lang="en-US" sz="1100" dirty="0"/>
              <a:t>:</a:t>
            </a:r>
          </a:p>
          <a:p>
            <a:pPr marL="0" indent="0">
              <a:buNone/>
            </a:pPr>
            <a:r>
              <a:rPr lang="en-US" sz="1100" dirty="0"/>
              <a:t>Microchip software provided to you during the MASTERs 2026 conference is provided “AS IS”, without warranty. Microchip assumes no liability or responsibility for your use of any Microchip software.  You must use Microchip software exclusively with Microchip products. Further, use of Microchip software is subject to copyright and the disclaimers and license terms accompanying such software, whether set forth at the install of each program or posted in a header or text file.</a:t>
            </a:r>
          </a:p>
          <a:p>
            <a:pPr marL="0" indent="0">
              <a:buNone/>
            </a:pPr>
            <a:endParaRPr lang="en-US" sz="1100" dirty="0"/>
          </a:p>
          <a:p>
            <a:pPr marL="0" indent="0">
              <a:buNone/>
            </a:pPr>
            <a:r>
              <a:rPr lang="en-US" sz="1100" dirty="0"/>
              <a:t>Notwithstanding the above, certain components of software offered by Microchip and 3rd parties may be covered by “open source” software licenses, including licenses that require that the distributor of such software make the software available in source code format. To the extent required by any such open-source software license, the terms of such license govern.</a:t>
            </a:r>
          </a:p>
          <a:p>
            <a:pPr marL="0" indent="0">
              <a:buNone/>
            </a:pPr>
            <a:endParaRPr lang="en-US" sz="1100" dirty="0"/>
          </a:p>
          <a:p>
            <a:pPr marL="0" indent="0">
              <a:buNone/>
            </a:pPr>
            <a:r>
              <a:rPr lang="en-US" sz="1100" dirty="0"/>
              <a:t>Any transfer of Microchip product, technology, or software may be subject to export controls. Microchip encourages any entity transferring product, technology, or software to seek appropriate legal advice and/or consult the applicable governmental agencies prior to transfer. The information provided herein is subject to change at any time and without notice.</a:t>
            </a:r>
          </a:p>
          <a:p>
            <a:pPr marL="0" indent="0">
              <a:buNone/>
            </a:pPr>
            <a:endParaRPr lang="en-US" sz="1100" dirty="0"/>
          </a:p>
          <a:p>
            <a:pPr marL="0" indent="0">
              <a:buNone/>
            </a:pPr>
            <a:r>
              <a:rPr lang="en-US" sz="1100" u="sng" cap="all" dirty="0"/>
              <a:t>Notice &amp; Disclaimer</a:t>
            </a:r>
            <a:r>
              <a:rPr lang="en-US" sz="1100" dirty="0"/>
              <a:t>:</a:t>
            </a:r>
          </a:p>
          <a:p>
            <a:pPr marL="0" indent="0">
              <a:buNone/>
            </a:pPr>
            <a:r>
              <a:rPr lang="en-US" sz="1100" dirty="0"/>
              <a:t>Materials, software and accompanying information (including, for example, any references to 3rd party companies and 3rd party websites) are for informational purposes only and are provided “AS IS.” Microchip assumes no responsibility for statements made by 3rd party companies, or materials or information that such 3rd parties may provide.</a:t>
            </a:r>
          </a:p>
          <a:p>
            <a:pPr marL="0" indent="0">
              <a:buNone/>
            </a:pPr>
            <a:endParaRPr lang="en-US" sz="1100" dirty="0"/>
          </a:p>
          <a:p>
            <a:pPr marL="0" indent="0">
              <a:buNone/>
            </a:pPr>
            <a:r>
              <a:rPr lang="en-US" sz="1100" dirty="0"/>
              <a:t>MICROCHIP DISCLAIMS ALL WARRANTIES, WHETHER EXPRESS, IMPLIED, OR STATUTORY, INCLUDING ANY IMPLIED WARRANTIES OF NONINFRINGEMENT, MERCHANTABILITY AND FITNESS FOR A PARTICULAR PURPOSE. IN NO EVENT WILL MICROCHIP BE LIABLE FOR ANY DIRECT OR INDIRECT, SPECIAL, PUNITIVE, INCIDENTAL, OR CONSEQUENTIAL LOSS, DAMAGE, COST, OR EXPENSE OF ANY KIND RELATED TO THESE MATERIALS OR ACCOMPANYING INFORMATION PROVIDED TO YOU BY MICROCHIP OR OTHER THIRD PARTIES, EVEN IF MICROCHIP HAS BEEN ADVISED OF THE POSSIBLITY OF SUCH DAMAGES OR THE DAMAGES ARE FORESEEABLE. PLEASE BE AWARE THAT THE IMPLEMENTATION OF INTELLECTUAL PROPERTY PRESENTED IN MASTERs 2026 MAY REQUIRE A LICENSE FROM MICROCHIP OR THIRD PARTIES.</a:t>
            </a:r>
          </a:p>
          <a:p>
            <a:pPr marL="0" indent="0">
              <a:buNone/>
            </a:pPr>
            <a:endParaRPr lang="en-US" sz="1100" dirty="0"/>
          </a:p>
          <a:p>
            <a:pPr marL="0" indent="0">
              <a:buNone/>
            </a:pPr>
            <a:r>
              <a:rPr lang="en-US" sz="1100" u="sng" cap="all" dirty="0"/>
              <a:t>Trademarks</a:t>
            </a:r>
            <a:r>
              <a:rPr lang="en-US" sz="1100" dirty="0"/>
              <a:t>:</a:t>
            </a:r>
          </a:p>
          <a:p>
            <a:pPr marL="0" indent="0">
              <a:buNone/>
            </a:pPr>
            <a:r>
              <a:rPr lang="en-US" sz="1100" dirty="0"/>
              <a:t>The Microchip name and logo and the Microchip logo are registered trademarks of Microchip Technology Incorporated in the U.S.A. and other countries.  Information on and a listing of Microchip trademarks is available at </a:t>
            </a:r>
            <a:r>
              <a:rPr lang="en-US" sz="1100" dirty="0">
                <a:hlinkClick r:id="rId2"/>
              </a:rPr>
              <a:t>https://www.microchip.com/en-us/about/legal-information/microchip-trademarks</a:t>
            </a:r>
            <a:r>
              <a:rPr lang="en-US" sz="1100" dirty="0"/>
              <a:t>. </a:t>
            </a:r>
          </a:p>
          <a:p>
            <a:pPr marL="0" indent="0">
              <a:buNone/>
            </a:pPr>
            <a:r>
              <a:rPr lang="en-US" sz="1100" dirty="0"/>
              <a:t>All other trademarks mentioned herein are property of their respective companies.</a:t>
            </a:r>
          </a:p>
          <a:p>
            <a:pPr marL="0" indent="0">
              <a:buNone/>
            </a:pPr>
            <a:endParaRPr lang="en-US" sz="1100" dirty="0"/>
          </a:p>
          <a:p>
            <a:pPr marL="0" indent="0">
              <a:buNone/>
            </a:pPr>
            <a:r>
              <a:rPr lang="en-US" sz="1100" u="sng" dirty="0"/>
              <a:t>COPYRIGHT:</a:t>
            </a:r>
          </a:p>
          <a:p>
            <a:pPr marL="0" indent="0">
              <a:buNone/>
            </a:pPr>
            <a:r>
              <a:rPr lang="en-US" sz="1100" dirty="0"/>
              <a:t>© 2026 Microchip Technology Incorporated, All Rights Reserved.</a:t>
            </a:r>
          </a:p>
        </p:txBody>
      </p:sp>
      <p:sp>
        <p:nvSpPr>
          <p:cNvPr id="5" name="Footer Placeholder 4">
            <a:extLst>
              <a:ext uri="{FF2B5EF4-FFF2-40B4-BE49-F238E27FC236}">
                <a16:creationId xmlns:a16="http://schemas.microsoft.com/office/drawing/2014/main" id="{C4623FF9-0969-85AF-640A-28B3BB932C47}"/>
              </a:ext>
            </a:extLst>
          </p:cNvPr>
          <p:cNvSpPr>
            <a:spLocks noGrp="1"/>
          </p:cNvSpPr>
          <p:nvPr>
            <p:ph type="ftr" sz="quarter" idx="3"/>
          </p:nvPr>
        </p:nvSpPr>
        <p:spPr>
          <a:xfrm>
            <a:off x="4164514" y="6479458"/>
            <a:ext cx="3859795" cy="329193"/>
          </a:xfrm>
        </p:spPr>
        <p:txBody>
          <a:bodyPr/>
          <a:lstStyle/>
          <a:p>
            <a:pPr marL="0" marR="0" lvl="0" indent="0" algn="ctr" defTabSz="609443"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A0B0F">
                    <a:tint val="75000"/>
                  </a:srgbClr>
                </a:solidFill>
                <a:effectLst/>
                <a:uLnTx/>
                <a:uFillTx/>
                <a:latin typeface="Calibri Light" panose="020F0302020204030204" pitchFamily="34" charset="0"/>
                <a:ea typeface="+mn-ea"/>
                <a:cs typeface="Calibri Light" panose="020F0302020204030204" pitchFamily="34" charset="0"/>
              </a:rPr>
              <a:t>© 2026 Microchip Technology Inc. and its subsidiaries</a:t>
            </a:r>
            <a:endParaRPr kumimoji="0" lang="en-US" sz="1000" b="0" i="0" u="none" strike="noStrike" kern="1200" cap="none" spc="0" normalizeH="0" baseline="0" noProof="0" dirty="0">
              <a:ln>
                <a:noFill/>
              </a:ln>
              <a:solidFill>
                <a:srgbClr val="0A0B0F">
                  <a:tint val="75000"/>
                </a:srgbClr>
              </a:solidFill>
              <a:effectLst/>
              <a:uLnTx/>
              <a:uFillTx/>
              <a:latin typeface="Calibri Light" panose="020F0302020204030204" pitchFamily="34" charset="0"/>
              <a:ea typeface="+mn-ea"/>
              <a:cs typeface="Calibri Light" panose="020F0302020204030204" pitchFamily="34" charset="0"/>
            </a:endParaRPr>
          </a:p>
        </p:txBody>
      </p:sp>
    </p:spTree>
    <p:extLst>
      <p:ext uri="{BB962C8B-B14F-4D97-AF65-F5344CB8AC3E}">
        <p14:creationId xmlns:p14="http://schemas.microsoft.com/office/powerpoint/2010/main" val="2320561279"/>
      </p:ext>
    </p:extLst>
  </p:cSld>
  <p:clrMapOvr>
    <a:masterClrMapping/>
  </p:clrMapOvr>
</p:sld>
</file>

<file path=ppt/theme/theme1.xml><?xml version="1.0" encoding="utf-8"?>
<a:theme xmlns:a="http://schemas.openxmlformats.org/drawingml/2006/main" name="Office Theme">
  <a:themeElements>
    <a:clrScheme name="Events">
      <a:dk1>
        <a:srgbClr val="000000"/>
      </a:dk1>
      <a:lt1>
        <a:srgbClr val="FFFFFF"/>
      </a:lt1>
      <a:dk2>
        <a:srgbClr val="44546A"/>
      </a:dk2>
      <a:lt2>
        <a:srgbClr val="E7E6E6"/>
      </a:lt2>
      <a:accent1>
        <a:srgbClr val="194F90"/>
      </a:accent1>
      <a:accent2>
        <a:srgbClr val="41B6E6"/>
      </a:accent2>
      <a:accent3>
        <a:srgbClr val="DA281C"/>
      </a:accent3>
      <a:accent4>
        <a:srgbClr val="F68D2E"/>
      </a:accent4>
      <a:accent5>
        <a:srgbClr val="5B9BD5"/>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Mod val="60000"/>
            <a:lumOff val="40000"/>
          </a:schemeClr>
        </a:solidFill>
        <a:ln>
          <a:no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26-PowerPoint-Template-Updated (1)" id="{66E9A103-FD13-AF4A-9B79-CB14FA973ED7}" vid="{622614CC-C41C-8749-8627-E9E7636A7AFA}"/>
    </a:ext>
  </a:extLst>
</a:theme>
</file>

<file path=ppt/theme/theme2.xml><?xml version="1.0" encoding="utf-8"?>
<a:theme xmlns:a="http://schemas.openxmlformats.org/drawingml/2006/main" name="1_Office Theme">
  <a:themeElements>
    <a:clrScheme name="03122020a">
      <a:dk1>
        <a:srgbClr val="0A0B0F"/>
      </a:dk1>
      <a:lt1>
        <a:srgbClr val="FFFFFF"/>
      </a:lt1>
      <a:dk2>
        <a:srgbClr val="FFFFFF"/>
      </a:dk2>
      <a:lt2>
        <a:srgbClr val="1D9CE5"/>
      </a:lt2>
      <a:accent1>
        <a:srgbClr val="0E3689"/>
      </a:accent1>
      <a:accent2>
        <a:srgbClr val="FD7F20"/>
      </a:accent2>
      <a:accent3>
        <a:srgbClr val="1D9CE4"/>
      </a:accent3>
      <a:accent4>
        <a:srgbClr val="5EBF33"/>
      </a:accent4>
      <a:accent5>
        <a:srgbClr val="702076"/>
      </a:accent5>
      <a:accent6>
        <a:srgbClr val="FFD53A"/>
      </a:accent6>
      <a:hlink>
        <a:srgbClr val="45A8C4"/>
      </a:hlink>
      <a:folHlink>
        <a:srgbClr val="45A8C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Mod val="60000"/>
            <a:lumOff val="40000"/>
          </a:schemeClr>
        </a:solidFill>
        <a:ln>
          <a:no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EF9829FE6FB94D84D3D1D5B1820991" ma:contentTypeVersion="3" ma:contentTypeDescription="Create a new document." ma:contentTypeScope="" ma:versionID="c00a0ebae6949f75682f4056395f2f6d">
  <xsd:schema xmlns:xsd="http://www.w3.org/2001/XMLSchema" xmlns:xs="http://www.w3.org/2001/XMLSchema" xmlns:p="http://schemas.microsoft.com/office/2006/metadata/properties" xmlns:ns2="38ef598d-997c-498b-b737-2f6b2c50ccab" xmlns:ns3="df7acb31-37ac-40e2-81bb-c44e3630f613" targetNamespace="http://schemas.microsoft.com/office/2006/metadata/properties" ma:root="true" ma:fieldsID="56676ccc036971d701ee229d4a7692d7" ns2:_="" ns3:_="">
    <xsd:import namespace="38ef598d-997c-498b-b737-2f6b2c50ccab"/>
    <xsd:import namespace="df7acb31-37ac-40e2-81bb-c44e3630f613"/>
    <xsd:element name="properties">
      <xsd:complexType>
        <xsd:sequence>
          <xsd:element name="documentManagement">
            <xsd:complexType>
              <xsd:all>
                <xsd:element ref="ns2:_dlc_DocId" minOccurs="0"/>
                <xsd:element ref="ns2:_dlc_DocIdUrl" minOccurs="0"/>
                <xsd:element ref="ns2:_dlc_DocIdPersistId" minOccurs="0"/>
                <xsd:element ref="ns3:Content_x0020_Archiv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ef598d-997c-498b-b737-2f6b2c50ccab"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df7acb31-37ac-40e2-81bb-c44e3630f613" elementFormDefault="qualified">
    <xsd:import namespace="http://schemas.microsoft.com/office/2006/documentManagement/types"/>
    <xsd:import namespace="http://schemas.microsoft.com/office/infopath/2007/PartnerControls"/>
    <xsd:element name="Content_x0020_Archived" ma:index="11" nillable="true" ma:displayName="Content Archived" ma:default="1" ma:internalName="Content_x0020_Archived">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Content_x0020_Archived xmlns="df7acb31-37ac-40e2-81bb-c44e3630f613">false</Content_x0020_Archived>
    <_dlc_DocId xmlns="38ef598d-997c-498b-b737-2f6b2c50ccab">SV5CHKDEWJXD-84-156</_dlc_DocId>
    <_dlc_DocIdUrl xmlns="38ef598d-997c-498b-b737-2f6b2c50ccab">
      <Url>http://mchpweb-2010/marcom/home/Resources/_layouts/DocIdRedir.aspx?ID=SV5CHKDEWJXD-84-156</Url>
      <Description>SV5CHKDEWJXD-84-156</Description>
    </_dlc_DocIdUr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33B13473-2337-4D78-8FF1-90355ED5EE5C}">
  <ds:schemaRefs>
    <ds:schemaRef ds:uri="38ef598d-997c-498b-b737-2f6b2c50ccab"/>
    <ds:schemaRef ds:uri="df7acb31-37ac-40e2-81bb-c44e3630f61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5774815-801A-4D0C-AAC8-304A8EA5EAE0}">
  <ds:schemaRefs>
    <ds:schemaRef ds:uri="http://schemas.microsoft.com/office/2006/documentManagement/types"/>
    <ds:schemaRef ds:uri="df7acb31-37ac-40e2-81bb-c44e3630f613"/>
    <ds:schemaRef ds:uri="http://schemas.microsoft.com/office/2006/metadata/properties"/>
    <ds:schemaRef ds:uri="http://purl.org/dc/dcmitype/"/>
    <ds:schemaRef ds:uri="http://purl.org/dc/terms/"/>
    <ds:schemaRef ds:uri="http://www.w3.org/XML/1998/namespace"/>
    <ds:schemaRef ds:uri="http://schemas.microsoft.com/office/infopath/2007/PartnerControls"/>
    <ds:schemaRef ds:uri="http://schemas.openxmlformats.org/package/2006/metadata/core-properties"/>
    <ds:schemaRef ds:uri="38ef598d-997c-498b-b737-2f6b2c50ccab"/>
    <ds:schemaRef ds:uri="http://purl.org/dc/elements/1.1/"/>
  </ds:schemaRefs>
</ds:datastoreItem>
</file>

<file path=customXml/itemProps3.xml><?xml version="1.0" encoding="utf-8"?>
<ds:datastoreItem xmlns:ds="http://schemas.openxmlformats.org/officeDocument/2006/customXml" ds:itemID="{0CE24DD7-9317-4AD8-82D4-5A6998DA79C7}">
  <ds:schemaRefs>
    <ds:schemaRef ds:uri="http://schemas.microsoft.com/sharepoint/v3/contenttype/forms"/>
  </ds:schemaRefs>
</ds:datastoreItem>
</file>

<file path=customXml/itemProps4.xml><?xml version="1.0" encoding="utf-8"?>
<ds:datastoreItem xmlns:ds="http://schemas.openxmlformats.org/officeDocument/2006/customXml" ds:itemID="{36ECED7C-7E24-4B80-B6AD-5BF0A508FB7B}">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Office Theme</Template>
  <TotalTime>642</TotalTime>
  <Words>3008</Words>
  <Application>Microsoft Macintosh PowerPoint</Application>
  <PresentationFormat>Custom</PresentationFormat>
  <Paragraphs>415</Paragraphs>
  <Slides>39</Slides>
  <Notes>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39</vt:i4>
      </vt:variant>
    </vt:vector>
  </HeadingPairs>
  <TitlesOfParts>
    <vt:vector size="48" baseType="lpstr">
      <vt:lpstr>Arial</vt:lpstr>
      <vt:lpstr>Calibri</vt:lpstr>
      <vt:lpstr>Calibri Light</vt:lpstr>
      <vt:lpstr>Courier New</vt:lpstr>
      <vt:lpstr>Helvetica Neue</vt:lpstr>
      <vt:lpstr>Segoe UI</vt:lpstr>
      <vt:lpstr>system-ui</vt:lpstr>
      <vt:lpstr>Office Theme</vt:lpstr>
      <vt:lpstr>1_Office Theme</vt:lpstr>
      <vt:lpstr>Using Zephyr® RTOS on Microchip MCUs</vt:lpstr>
      <vt:lpstr>Module Objectives</vt:lpstr>
      <vt:lpstr>Agenda</vt:lpstr>
      <vt:lpstr>Overview of  Zephyr® OS</vt:lpstr>
      <vt:lpstr>What is an RTOS?</vt:lpstr>
      <vt:lpstr>PowerPoint Presentation</vt:lpstr>
      <vt:lpstr>PowerPoint Presentation</vt:lpstr>
      <vt:lpstr>PowerPoint Presentation</vt:lpstr>
      <vt:lpstr>What is Zephyr® OS</vt:lpstr>
      <vt:lpstr>Zephyr® OS SDK</vt:lpstr>
      <vt:lpstr>Zephyr® OS west meta-tool</vt:lpstr>
      <vt:lpstr>Zephyr® OS Project Folder</vt:lpstr>
      <vt:lpstr>Debugging a Zephyr® OS Project</vt:lpstr>
      <vt:lpstr>Zephyr® OS APIs</vt:lpstr>
      <vt:lpstr>Lab 1:  Build and Deploy a Sample Application, Then Create a New Project Tree</vt:lpstr>
      <vt:lpstr>BZ6 OpenOCD Bugfix</vt:lpstr>
      <vt:lpstr>Lab 1:  Summary</vt:lpstr>
      <vt:lpstr>Zephyr® OS  Kernel Services</vt:lpstr>
      <vt:lpstr>Zephyr® OS Kernel Services</vt:lpstr>
      <vt:lpstr>Using Zephyr® OS Threads</vt:lpstr>
      <vt:lpstr>Using Zephyr® OS Threads (Continued)</vt:lpstr>
      <vt:lpstr>Communicating Between Tasks</vt:lpstr>
      <vt:lpstr>Lab 2: Creating Zephyr® OS Tasks and Queues</vt:lpstr>
      <vt:lpstr>Lab 2: Summary</vt:lpstr>
      <vt:lpstr>Zephyr® OS DeviceTree</vt:lpstr>
      <vt:lpstr>Zephyr® OS Devicetree</vt:lpstr>
      <vt:lpstr>Zephyr® OS - Parts of a Devicetree Source </vt:lpstr>
      <vt:lpstr>Zephyr® OS – Sample Device Tree Source</vt:lpstr>
      <vt:lpstr>Zephyr® OS Devicetree</vt:lpstr>
      <vt:lpstr>Zephyr® OS Devicetree</vt:lpstr>
      <vt:lpstr>Zephyr® OS - Using a Devicetree Device in Your Code </vt:lpstr>
      <vt:lpstr>Zephyr® OS – Configuring prj.conf </vt:lpstr>
      <vt:lpstr>Lab 3: Adding Wi-Fi™ with Devicetree</vt:lpstr>
      <vt:lpstr>Lab 3: Summary</vt:lpstr>
      <vt:lpstr>OS Services and  Finding Help</vt:lpstr>
      <vt:lpstr>Zephyr® OS Services </vt:lpstr>
      <vt:lpstr>Getting Support</vt:lpstr>
      <vt:lpstr>Thank You!</vt:lpstr>
      <vt:lpstr>LEGAL NOTICE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Sarp User - C72700</dc:creator>
  <cp:keywords/>
  <dc:description/>
  <cp:lastModifiedBy>Sarp User - C72700</cp:lastModifiedBy>
  <cp:revision>16</cp:revision>
  <dcterms:created xsi:type="dcterms:W3CDTF">2026-06-02T18:25:55Z</dcterms:created>
  <dcterms:modified xsi:type="dcterms:W3CDTF">2026-10-26T12:37:42Z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DocIdItemGuid">
    <vt:lpwstr>5104eec3-f1ca-4e6e-a36f-c3dc8230d73c</vt:lpwstr>
  </property>
  <property fmtid="{D5CDD505-2E9C-101B-9397-08002B2CF9AE}" pid="3" name="ContentTypeId">
    <vt:lpwstr>0x01010006EF9829FE6FB94D84D3D1D5B1820991</vt:lpwstr>
  </property>
</Properties>
</file>